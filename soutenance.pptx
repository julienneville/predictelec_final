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1"/>
  </p:notesMasterIdLst>
  <p:handoutMasterIdLst>
    <p:handoutMasterId r:id="rId32"/>
  </p:handoutMasterIdLst>
  <p:sldIdLst>
    <p:sldId id="2561" r:id="rId2"/>
    <p:sldId id="2562" r:id="rId3"/>
    <p:sldId id="2563" r:id="rId4"/>
    <p:sldId id="2584" r:id="rId5"/>
    <p:sldId id="2585" r:id="rId6"/>
    <p:sldId id="2618" r:id="rId7"/>
    <p:sldId id="2619" r:id="rId8"/>
    <p:sldId id="2620" r:id="rId9"/>
    <p:sldId id="2621" r:id="rId10"/>
    <p:sldId id="2622" r:id="rId11"/>
    <p:sldId id="2612" r:id="rId12"/>
    <p:sldId id="2613" r:id="rId13"/>
    <p:sldId id="2614" r:id="rId14"/>
    <p:sldId id="2593" r:id="rId15"/>
    <p:sldId id="2609" r:id="rId16"/>
    <p:sldId id="2595" r:id="rId17"/>
    <p:sldId id="2596" r:id="rId18"/>
    <p:sldId id="2598" r:id="rId19"/>
    <p:sldId id="2599" r:id="rId20"/>
    <p:sldId id="2591" r:id="rId21"/>
    <p:sldId id="2592" r:id="rId22"/>
    <p:sldId id="2601" r:id="rId23"/>
    <p:sldId id="2602" r:id="rId24"/>
    <p:sldId id="2603" r:id="rId25"/>
    <p:sldId id="2610" r:id="rId26"/>
    <p:sldId id="2615" r:id="rId27"/>
    <p:sldId id="2616" r:id="rId28"/>
    <p:sldId id="2617" r:id="rId29"/>
    <p:sldId id="2623"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utenance du projet de pipeline d’ingénierie des données pour la prévision énergétique basée sur la météo" id="{D91F6CB8-8437-4B60-9726-3AEABF0B022F}">
          <p14:sldIdLst>
            <p14:sldId id="2561"/>
            <p14:sldId id="2562"/>
          </p14:sldIdLst>
        </p14:section>
        <p14:section name="Présentation générale du projet et contexte métier" id="{9FF6E760-40FD-4573-87F2-BF530F8071D8}">
          <p14:sldIdLst>
            <p14:sldId id="2563"/>
            <p14:sldId id="2584"/>
            <p14:sldId id="2585"/>
            <p14:sldId id="2618"/>
            <p14:sldId id="2619"/>
            <p14:sldId id="2620"/>
            <p14:sldId id="2621"/>
            <p14:sldId id="2622"/>
            <p14:sldId id="2612"/>
            <p14:sldId id="2613"/>
            <p14:sldId id="2614"/>
            <p14:sldId id="2593"/>
            <p14:sldId id="2609"/>
            <p14:sldId id="2595"/>
            <p14:sldId id="2596"/>
            <p14:sldId id="2598"/>
            <p14:sldId id="2599"/>
            <p14:sldId id="2591"/>
            <p14:sldId id="2592"/>
            <p14:sldId id="2601"/>
            <p14:sldId id="2602"/>
            <p14:sldId id="2603"/>
            <p14:sldId id="2610"/>
            <p14:sldId id="2615"/>
            <p14:sldId id="2616"/>
            <p14:sldId id="2617"/>
            <p14:sldId id="26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05AB04-2CBD-CCD0-008E-ADB99887B489}" v="28" dt="2026-05-18T09:21:06.547"/>
    <p1510:client id="{D3021CBB-70D9-8854-DCC9-ECB8BECBC8CE}" v="1834" dt="2026-05-18T09:10:35.946"/>
    <p1510:client id="{EB0ED334-DAFB-6EB8-84CA-4560444FB2D8}" v="120" dt="2026-05-18T10:07:53.7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978" autoAdjust="0"/>
  </p:normalViewPr>
  <p:slideViewPr>
    <p:cSldViewPr snapToGrid="0">
      <p:cViewPr varScale="1">
        <p:scale>
          <a:sx n="78" d="100"/>
          <a:sy n="78" d="100"/>
        </p:scale>
        <p:origin x="1872" y="294"/>
      </p:cViewPr>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Neville" userId="4b3851e4815c3988" providerId="Windows Live" clId="Web-{02B92A86-CD5C-23DF-1642-D7DD2BA4126D}"/>
    <pc:docChg chg="modSld">
      <pc:chgData name="Julien Neville" userId="4b3851e4815c3988" providerId="Windows Live" clId="Web-{02B92A86-CD5C-23DF-1642-D7DD2BA4126D}" dt="2026-05-11T09:55:15.834" v="75" actId="20577"/>
      <pc:docMkLst>
        <pc:docMk/>
      </pc:docMkLst>
      <pc:sldChg chg="modSp">
        <pc:chgData name="Julien Neville" userId="4b3851e4815c3988" providerId="Windows Live" clId="Web-{02B92A86-CD5C-23DF-1642-D7DD2BA4126D}" dt="2026-05-11T09:55:15.834" v="75" actId="20577"/>
        <pc:sldMkLst>
          <pc:docMk/>
          <pc:sldMk cId="223631583" sldId="2591"/>
        </pc:sldMkLst>
        <pc:spChg chg="mod">
          <ac:chgData name="Julien Neville" userId="4b3851e4815c3988" providerId="Windows Live" clId="Web-{02B92A86-CD5C-23DF-1642-D7DD2BA4126D}" dt="2026-05-11T09:55:15.834" v="75" actId="20577"/>
          <ac:spMkLst>
            <pc:docMk/>
            <pc:sldMk cId="223631583" sldId="2591"/>
            <ac:spMk id="4" creationId="{2B644E96-A79C-04FD-097B-849968BA56A6}"/>
          </ac:spMkLst>
        </pc:spChg>
      </pc:sldChg>
      <pc:sldChg chg="modSp">
        <pc:chgData name="Julien Neville" userId="4b3851e4815c3988" providerId="Windows Live" clId="Web-{02B92A86-CD5C-23DF-1642-D7DD2BA4126D}" dt="2026-05-11T09:23:47.894" v="38" actId="20577"/>
        <pc:sldMkLst>
          <pc:docMk/>
          <pc:sldMk cId="670315000" sldId="2595"/>
        </pc:sldMkLst>
        <pc:spChg chg="mod">
          <ac:chgData name="Julien Neville" userId="4b3851e4815c3988" providerId="Windows Live" clId="Web-{02B92A86-CD5C-23DF-1642-D7DD2BA4126D}" dt="2026-05-11T09:23:47.894" v="38" actId="20577"/>
          <ac:spMkLst>
            <pc:docMk/>
            <pc:sldMk cId="670315000" sldId="2595"/>
            <ac:spMk id="8" creationId="{42CA8108-8F14-58EA-9ABA-1AA3CE798C21}"/>
          </ac:spMkLst>
        </pc:spChg>
      </pc:sldChg>
      <pc:sldChg chg="modSp">
        <pc:chgData name="Julien Neville" userId="4b3851e4815c3988" providerId="Windows Live" clId="Web-{02B92A86-CD5C-23DF-1642-D7DD2BA4126D}" dt="2026-05-11T09:23:01.361" v="36" actId="20577"/>
        <pc:sldMkLst>
          <pc:docMk/>
          <pc:sldMk cId="3411756305" sldId="2598"/>
        </pc:sldMkLst>
        <pc:spChg chg="mod">
          <ac:chgData name="Julien Neville" userId="4b3851e4815c3988" providerId="Windows Live" clId="Web-{02B92A86-CD5C-23DF-1642-D7DD2BA4126D}" dt="2026-05-11T09:23:01.361" v="36" actId="20577"/>
          <ac:spMkLst>
            <pc:docMk/>
            <pc:sldMk cId="3411756305" sldId="2598"/>
            <ac:spMk id="17" creationId="{D2593849-44AF-1253-3C8C-1A8FC0460711}"/>
          </ac:spMkLst>
        </pc:spChg>
      </pc:sldChg>
    </pc:docChg>
  </pc:docChgLst>
  <pc:docChgLst>
    <pc:chgData name="Julien Neville" userId="4b3851e4815c3988" providerId="Windows Live" clId="Web-{EB0ED334-DAFB-6EB8-84CA-4560444FB2D8}"/>
    <pc:docChg chg="addSld delSld modSld sldOrd modSection">
      <pc:chgData name="Julien Neville" userId="4b3851e4815c3988" providerId="Windows Live" clId="Web-{EB0ED334-DAFB-6EB8-84CA-4560444FB2D8}" dt="2026-05-18T10:07:53.767" v="92" actId="20577"/>
      <pc:docMkLst>
        <pc:docMk/>
      </pc:docMkLst>
      <pc:sldChg chg="modSp">
        <pc:chgData name="Julien Neville" userId="4b3851e4815c3988" providerId="Windows Live" clId="Web-{EB0ED334-DAFB-6EB8-84CA-4560444FB2D8}" dt="2026-05-18T10:05:32.402" v="62" actId="20577"/>
        <pc:sldMkLst>
          <pc:docMk/>
          <pc:sldMk cId="223631583" sldId="2591"/>
        </pc:sldMkLst>
        <pc:spChg chg="mod">
          <ac:chgData name="Julien Neville" userId="4b3851e4815c3988" providerId="Windows Live" clId="Web-{EB0ED334-DAFB-6EB8-84CA-4560444FB2D8}" dt="2026-05-18T10:05:32.402" v="62" actId="20577"/>
          <ac:spMkLst>
            <pc:docMk/>
            <pc:sldMk cId="223631583" sldId="2591"/>
            <ac:spMk id="4" creationId="{2B644E96-A79C-04FD-097B-849968BA56A6}"/>
          </ac:spMkLst>
        </pc:spChg>
      </pc:sldChg>
      <pc:sldChg chg="modSp">
        <pc:chgData name="Julien Neville" userId="4b3851e4815c3988" providerId="Windows Live" clId="Web-{EB0ED334-DAFB-6EB8-84CA-4560444FB2D8}" dt="2026-05-18T10:05:28.074" v="59" actId="20577"/>
        <pc:sldMkLst>
          <pc:docMk/>
          <pc:sldMk cId="4111397854" sldId="2592"/>
        </pc:sldMkLst>
        <pc:spChg chg="mod">
          <ac:chgData name="Julien Neville" userId="4b3851e4815c3988" providerId="Windows Live" clId="Web-{EB0ED334-DAFB-6EB8-84CA-4560444FB2D8}" dt="2026-05-18T10:05:28.074" v="59" actId="20577"/>
          <ac:spMkLst>
            <pc:docMk/>
            <pc:sldMk cId="4111397854" sldId="2592"/>
            <ac:spMk id="4" creationId="{DD474E75-8169-C8BC-7D58-606F9D8BB082}"/>
          </ac:spMkLst>
        </pc:spChg>
      </pc:sldChg>
      <pc:sldChg chg="modSp">
        <pc:chgData name="Julien Neville" userId="4b3851e4815c3988" providerId="Windows Live" clId="Web-{EB0ED334-DAFB-6EB8-84CA-4560444FB2D8}" dt="2026-05-18T10:07:53.767" v="92" actId="20577"/>
        <pc:sldMkLst>
          <pc:docMk/>
          <pc:sldMk cId="3709550148" sldId="2593"/>
        </pc:sldMkLst>
        <pc:spChg chg="mod">
          <ac:chgData name="Julien Neville" userId="4b3851e4815c3988" providerId="Windows Live" clId="Web-{EB0ED334-DAFB-6EB8-84CA-4560444FB2D8}" dt="2026-05-18T10:07:53.767" v="92" actId="20577"/>
          <ac:spMkLst>
            <pc:docMk/>
            <pc:sldMk cId="3709550148" sldId="2593"/>
            <ac:spMk id="2" creationId="{9CED315C-2E65-8B78-2953-5A5A1ED44D75}"/>
          </ac:spMkLst>
        </pc:spChg>
      </pc:sldChg>
      <pc:sldChg chg="modSp ord">
        <pc:chgData name="Julien Neville" userId="4b3851e4815c3988" providerId="Windows Live" clId="Web-{EB0ED334-DAFB-6EB8-84CA-4560444FB2D8}" dt="2026-05-18T09:59:32.187" v="14" actId="20577"/>
        <pc:sldMkLst>
          <pc:docMk/>
          <pc:sldMk cId="2979223343" sldId="2596"/>
        </pc:sldMkLst>
        <pc:spChg chg="mod">
          <ac:chgData name="Julien Neville" userId="4b3851e4815c3988" providerId="Windows Live" clId="Web-{EB0ED334-DAFB-6EB8-84CA-4560444FB2D8}" dt="2026-05-18T09:59:32.187" v="14" actId="20577"/>
          <ac:spMkLst>
            <pc:docMk/>
            <pc:sldMk cId="2979223343" sldId="2596"/>
            <ac:spMk id="4" creationId="{C905F062-F52A-EE5D-3F33-D17B127645B7}"/>
          </ac:spMkLst>
        </pc:spChg>
      </pc:sldChg>
      <pc:sldChg chg="modSp">
        <pc:chgData name="Julien Neville" userId="4b3851e4815c3988" providerId="Windows Live" clId="Web-{EB0ED334-DAFB-6EB8-84CA-4560444FB2D8}" dt="2026-05-18T09:59:37.890" v="15" actId="20577"/>
        <pc:sldMkLst>
          <pc:docMk/>
          <pc:sldMk cId="3411756305" sldId="2598"/>
        </pc:sldMkLst>
        <pc:spChg chg="mod">
          <ac:chgData name="Julien Neville" userId="4b3851e4815c3988" providerId="Windows Live" clId="Web-{EB0ED334-DAFB-6EB8-84CA-4560444FB2D8}" dt="2026-05-18T09:59:37.890" v="15" actId="20577"/>
          <ac:spMkLst>
            <pc:docMk/>
            <pc:sldMk cId="3411756305" sldId="2598"/>
            <ac:spMk id="4" creationId="{B2B7B6F1-C2A3-0DDD-24A0-7C27A15432D7}"/>
          </ac:spMkLst>
        </pc:spChg>
      </pc:sldChg>
      <pc:sldChg chg="modSp">
        <pc:chgData name="Julien Neville" userId="4b3851e4815c3988" providerId="Windows Live" clId="Web-{EB0ED334-DAFB-6EB8-84CA-4560444FB2D8}" dt="2026-05-18T10:05:36.652" v="63" actId="20577"/>
        <pc:sldMkLst>
          <pc:docMk/>
          <pc:sldMk cId="637588049" sldId="2599"/>
        </pc:sldMkLst>
        <pc:spChg chg="mod">
          <ac:chgData name="Julien Neville" userId="4b3851e4815c3988" providerId="Windows Live" clId="Web-{EB0ED334-DAFB-6EB8-84CA-4560444FB2D8}" dt="2026-05-18T10:05:36.652" v="63" actId="20577"/>
          <ac:spMkLst>
            <pc:docMk/>
            <pc:sldMk cId="637588049" sldId="2599"/>
            <ac:spMk id="4" creationId="{07E0EC9B-B6FF-5791-D3BC-FB13AAC6CD16}"/>
          </ac:spMkLst>
        </pc:spChg>
      </pc:sldChg>
      <pc:sldChg chg="modSp">
        <pc:chgData name="Julien Neville" userId="4b3851e4815c3988" providerId="Windows Live" clId="Web-{EB0ED334-DAFB-6EB8-84CA-4560444FB2D8}" dt="2026-05-18T10:05:22.480" v="58" actId="20577"/>
        <pc:sldMkLst>
          <pc:docMk/>
          <pc:sldMk cId="621943982" sldId="2601"/>
        </pc:sldMkLst>
        <pc:spChg chg="mod">
          <ac:chgData name="Julien Neville" userId="4b3851e4815c3988" providerId="Windows Live" clId="Web-{EB0ED334-DAFB-6EB8-84CA-4560444FB2D8}" dt="2026-05-18T10:05:22.480" v="58" actId="20577"/>
          <ac:spMkLst>
            <pc:docMk/>
            <pc:sldMk cId="621943982" sldId="2601"/>
            <ac:spMk id="4" creationId="{B1EA2C18-F319-5DDF-0602-83201BEA9CDB}"/>
          </ac:spMkLst>
        </pc:spChg>
      </pc:sldChg>
      <pc:sldChg chg="modSp">
        <pc:chgData name="Julien Neville" userId="4b3851e4815c3988" providerId="Windows Live" clId="Web-{EB0ED334-DAFB-6EB8-84CA-4560444FB2D8}" dt="2026-05-18T10:05:18.464" v="56" actId="20577"/>
        <pc:sldMkLst>
          <pc:docMk/>
          <pc:sldMk cId="2637049040" sldId="2602"/>
        </pc:sldMkLst>
        <pc:spChg chg="mod">
          <ac:chgData name="Julien Neville" userId="4b3851e4815c3988" providerId="Windows Live" clId="Web-{EB0ED334-DAFB-6EB8-84CA-4560444FB2D8}" dt="2026-05-18T10:05:18.464" v="56" actId="20577"/>
          <ac:spMkLst>
            <pc:docMk/>
            <pc:sldMk cId="2637049040" sldId="2602"/>
            <ac:spMk id="4" creationId="{3D833225-0E98-DE21-C49A-EF78A429A1C2}"/>
          </ac:spMkLst>
        </pc:spChg>
      </pc:sldChg>
      <pc:sldChg chg="modSp">
        <pc:chgData name="Julien Neville" userId="4b3851e4815c3988" providerId="Windows Live" clId="Web-{EB0ED334-DAFB-6EB8-84CA-4560444FB2D8}" dt="2026-05-18T10:05:14.089" v="55" actId="20577"/>
        <pc:sldMkLst>
          <pc:docMk/>
          <pc:sldMk cId="2427677771" sldId="2603"/>
        </pc:sldMkLst>
        <pc:spChg chg="mod">
          <ac:chgData name="Julien Neville" userId="4b3851e4815c3988" providerId="Windows Live" clId="Web-{EB0ED334-DAFB-6EB8-84CA-4560444FB2D8}" dt="2026-05-18T10:05:14.089" v="55" actId="20577"/>
          <ac:spMkLst>
            <pc:docMk/>
            <pc:sldMk cId="2427677771" sldId="2603"/>
            <ac:spMk id="4" creationId="{0EF02AA7-FDAE-F5DB-17B7-EBAA6D5E3409}"/>
          </ac:spMkLst>
        </pc:spChg>
      </pc:sldChg>
      <pc:sldChg chg="del">
        <pc:chgData name="Julien Neville" userId="4b3851e4815c3988" providerId="Windows Live" clId="Web-{EB0ED334-DAFB-6EB8-84CA-4560444FB2D8}" dt="2026-05-18T09:58:21.809" v="5"/>
        <pc:sldMkLst>
          <pc:docMk/>
          <pc:sldMk cId="2519396752" sldId="2604"/>
        </pc:sldMkLst>
      </pc:sldChg>
      <pc:sldChg chg="del">
        <pc:chgData name="Julien Neville" userId="4b3851e4815c3988" providerId="Windows Live" clId="Web-{EB0ED334-DAFB-6EB8-84CA-4560444FB2D8}" dt="2026-05-18T09:58:34.106" v="6"/>
        <pc:sldMkLst>
          <pc:docMk/>
          <pc:sldMk cId="3080700686" sldId="2605"/>
        </pc:sldMkLst>
      </pc:sldChg>
      <pc:sldChg chg="del">
        <pc:chgData name="Julien Neville" userId="4b3851e4815c3988" providerId="Windows Live" clId="Web-{EB0ED334-DAFB-6EB8-84CA-4560444FB2D8}" dt="2026-05-18T09:58:40.935" v="7"/>
        <pc:sldMkLst>
          <pc:docMk/>
          <pc:sldMk cId="1976132114" sldId="2606"/>
        </pc:sldMkLst>
      </pc:sldChg>
      <pc:sldChg chg="del">
        <pc:chgData name="Julien Neville" userId="4b3851e4815c3988" providerId="Windows Live" clId="Web-{EB0ED334-DAFB-6EB8-84CA-4560444FB2D8}" dt="2026-05-18T09:58:56.810" v="8"/>
        <pc:sldMkLst>
          <pc:docMk/>
          <pc:sldMk cId="2332742334" sldId="2607"/>
        </pc:sldMkLst>
      </pc:sldChg>
      <pc:sldChg chg="modSp">
        <pc:chgData name="Julien Neville" userId="4b3851e4815c3988" providerId="Windows Live" clId="Web-{EB0ED334-DAFB-6EB8-84CA-4560444FB2D8}" dt="2026-05-18T10:05:11.261" v="54" actId="20577"/>
        <pc:sldMkLst>
          <pc:docMk/>
          <pc:sldMk cId="824205289" sldId="2610"/>
        </pc:sldMkLst>
        <pc:spChg chg="mod">
          <ac:chgData name="Julien Neville" userId="4b3851e4815c3988" providerId="Windows Live" clId="Web-{EB0ED334-DAFB-6EB8-84CA-4560444FB2D8}" dt="2026-05-18T10:05:11.261" v="54" actId="20577"/>
          <ac:spMkLst>
            <pc:docMk/>
            <pc:sldMk cId="824205289" sldId="2610"/>
            <ac:spMk id="4" creationId="{DF2C7684-C8A4-18FA-D275-2A3A7A56B26C}"/>
          </ac:spMkLst>
        </pc:spChg>
      </pc:sldChg>
      <pc:sldChg chg="del">
        <pc:chgData name="Julien Neville" userId="4b3851e4815c3988" providerId="Windows Live" clId="Web-{EB0ED334-DAFB-6EB8-84CA-4560444FB2D8}" dt="2026-05-18T09:58:58.967" v="9"/>
        <pc:sldMkLst>
          <pc:docMk/>
          <pc:sldMk cId="4275662953" sldId="2611"/>
        </pc:sldMkLst>
      </pc:sldChg>
      <pc:sldChg chg="modSp">
        <pc:chgData name="Julien Neville" userId="4b3851e4815c3988" providerId="Windows Live" clId="Web-{EB0ED334-DAFB-6EB8-84CA-4560444FB2D8}" dt="2026-05-18T10:05:04.401" v="53" actId="20577"/>
        <pc:sldMkLst>
          <pc:docMk/>
          <pc:sldMk cId="913957487" sldId="2615"/>
        </pc:sldMkLst>
        <pc:spChg chg="mod">
          <ac:chgData name="Julien Neville" userId="4b3851e4815c3988" providerId="Windows Live" clId="Web-{EB0ED334-DAFB-6EB8-84CA-4560444FB2D8}" dt="2026-05-18T10:05:04.401" v="53" actId="20577"/>
          <ac:spMkLst>
            <pc:docMk/>
            <pc:sldMk cId="913957487" sldId="2615"/>
            <ac:spMk id="4" creationId="{FF1DD40C-5DB3-9728-8519-DE62CFACCF45}"/>
          </ac:spMkLst>
        </pc:spChg>
      </pc:sldChg>
      <pc:sldChg chg="modSp">
        <pc:chgData name="Julien Neville" userId="4b3851e4815c3988" providerId="Windows Live" clId="Web-{EB0ED334-DAFB-6EB8-84CA-4560444FB2D8}" dt="2026-05-18T10:05:01.089" v="52" actId="20577"/>
        <pc:sldMkLst>
          <pc:docMk/>
          <pc:sldMk cId="335254988" sldId="2616"/>
        </pc:sldMkLst>
        <pc:spChg chg="mod">
          <ac:chgData name="Julien Neville" userId="4b3851e4815c3988" providerId="Windows Live" clId="Web-{EB0ED334-DAFB-6EB8-84CA-4560444FB2D8}" dt="2026-05-18T10:05:01.089" v="52" actId="20577"/>
          <ac:spMkLst>
            <pc:docMk/>
            <pc:sldMk cId="335254988" sldId="2616"/>
            <ac:spMk id="4" creationId="{888F8D01-C095-ED5B-8FDC-39059AC7A74A}"/>
          </ac:spMkLst>
        </pc:spChg>
      </pc:sldChg>
      <pc:sldChg chg="modSp">
        <pc:chgData name="Julien Neville" userId="4b3851e4815c3988" providerId="Windows Live" clId="Web-{EB0ED334-DAFB-6EB8-84CA-4560444FB2D8}" dt="2026-05-18T10:04:57.620" v="51" actId="20577"/>
        <pc:sldMkLst>
          <pc:docMk/>
          <pc:sldMk cId="3112091391" sldId="2617"/>
        </pc:sldMkLst>
        <pc:spChg chg="mod">
          <ac:chgData name="Julien Neville" userId="4b3851e4815c3988" providerId="Windows Live" clId="Web-{EB0ED334-DAFB-6EB8-84CA-4560444FB2D8}" dt="2026-05-18T10:04:57.620" v="51" actId="20577"/>
          <ac:spMkLst>
            <pc:docMk/>
            <pc:sldMk cId="3112091391" sldId="2617"/>
            <ac:spMk id="4" creationId="{F4E0A081-5F39-13C1-BB6F-1639335C8ABD}"/>
          </ac:spMkLst>
        </pc:spChg>
      </pc:sldChg>
      <pc:sldChg chg="add">
        <pc:chgData name="Julien Neville" userId="4b3851e4815c3988" providerId="Windows Live" clId="Web-{EB0ED334-DAFB-6EB8-84CA-4560444FB2D8}" dt="2026-05-18T09:57:29.979" v="0"/>
        <pc:sldMkLst>
          <pc:docMk/>
          <pc:sldMk cId="4012833458" sldId="2618"/>
        </pc:sldMkLst>
      </pc:sldChg>
      <pc:sldChg chg="add">
        <pc:chgData name="Julien Neville" userId="4b3851e4815c3988" providerId="Windows Live" clId="Web-{EB0ED334-DAFB-6EB8-84CA-4560444FB2D8}" dt="2026-05-18T09:57:30.088" v="1"/>
        <pc:sldMkLst>
          <pc:docMk/>
          <pc:sldMk cId="281178400" sldId="2619"/>
        </pc:sldMkLst>
      </pc:sldChg>
      <pc:sldChg chg="add">
        <pc:chgData name="Julien Neville" userId="4b3851e4815c3988" providerId="Windows Live" clId="Web-{EB0ED334-DAFB-6EB8-84CA-4560444FB2D8}" dt="2026-05-18T09:57:30.214" v="2"/>
        <pc:sldMkLst>
          <pc:docMk/>
          <pc:sldMk cId="845731075" sldId="2620"/>
        </pc:sldMkLst>
      </pc:sldChg>
      <pc:sldChg chg="modSp add">
        <pc:chgData name="Julien Neville" userId="4b3851e4815c3988" providerId="Windows Live" clId="Web-{EB0ED334-DAFB-6EB8-84CA-4560444FB2D8}" dt="2026-05-18T10:01:58.239" v="27" actId="20577"/>
        <pc:sldMkLst>
          <pc:docMk/>
          <pc:sldMk cId="2880420120" sldId="2621"/>
        </pc:sldMkLst>
        <pc:spChg chg="mod">
          <ac:chgData name="Julien Neville" userId="4b3851e4815c3988" providerId="Windows Live" clId="Web-{EB0ED334-DAFB-6EB8-84CA-4560444FB2D8}" dt="2026-05-18T10:01:58.239" v="27" actId="20577"/>
          <ac:spMkLst>
            <pc:docMk/>
            <pc:sldMk cId="2880420120" sldId="2621"/>
            <ac:spMk id="14" creationId="{ACB54D6D-1D75-83B7-CA4E-6DBD4A52E759}"/>
          </ac:spMkLst>
        </pc:spChg>
      </pc:sldChg>
      <pc:sldChg chg="modSp add">
        <pc:chgData name="Julien Neville" userId="4b3851e4815c3988" providerId="Windows Live" clId="Web-{EB0ED334-DAFB-6EB8-84CA-4560444FB2D8}" dt="2026-05-18T10:01:52.082" v="25" actId="20577"/>
        <pc:sldMkLst>
          <pc:docMk/>
          <pc:sldMk cId="957171432" sldId="2622"/>
        </pc:sldMkLst>
        <pc:spChg chg="mod">
          <ac:chgData name="Julien Neville" userId="4b3851e4815c3988" providerId="Windows Live" clId="Web-{EB0ED334-DAFB-6EB8-84CA-4560444FB2D8}" dt="2026-05-18T10:01:52.082" v="25" actId="20577"/>
          <ac:spMkLst>
            <pc:docMk/>
            <pc:sldMk cId="957171432" sldId="2622"/>
            <ac:spMk id="19" creationId="{45CF7C65-6AA7-8CB3-8786-DA6525C62A95}"/>
          </ac:spMkLst>
        </pc:spChg>
      </pc:sldChg>
      <pc:sldChg chg="modSp add ord">
        <pc:chgData name="Julien Neville" userId="4b3851e4815c3988" providerId="Windows Live" clId="Web-{EB0ED334-DAFB-6EB8-84CA-4560444FB2D8}" dt="2026-05-18T10:04:53.120" v="50" actId="20577"/>
        <pc:sldMkLst>
          <pc:docMk/>
          <pc:sldMk cId="100099067" sldId="2623"/>
        </pc:sldMkLst>
        <pc:spChg chg="mod">
          <ac:chgData name="Julien Neville" userId="4b3851e4815c3988" providerId="Windows Live" clId="Web-{EB0ED334-DAFB-6EB8-84CA-4560444FB2D8}" dt="2026-05-18T10:02:49.272" v="43" actId="14100"/>
          <ac:spMkLst>
            <pc:docMk/>
            <pc:sldMk cId="100099067" sldId="2623"/>
            <ac:spMk id="2" creationId="{16732B0F-7719-4A66-3DE5-C64DAB296181}"/>
          </ac:spMkLst>
        </pc:spChg>
        <pc:spChg chg="mod">
          <ac:chgData name="Julien Neville" userId="4b3851e4815c3988" providerId="Windows Live" clId="Web-{EB0ED334-DAFB-6EB8-84CA-4560444FB2D8}" dt="2026-05-18T10:04:53.120" v="50" actId="20577"/>
          <ac:spMkLst>
            <pc:docMk/>
            <pc:sldMk cId="100099067" sldId="2623"/>
            <ac:spMk id="19" creationId="{DD0733D9-CD84-2097-A507-F9C2F8D71A06}"/>
          </ac:spMkLst>
        </pc:spChg>
      </pc:sldChg>
    </pc:docChg>
  </pc:docChgLst>
  <pc:docChgLst>
    <pc:chgData name="Julien Neville" userId="4b3851e4815c3988" providerId="Windows Live" clId="Web-{F1B7953C-687D-897D-B2C0-D291DD5B3D7E}"/>
    <pc:docChg chg="addSld delSld modSld delSection modSection">
      <pc:chgData name="Julien Neville" userId="4b3851e4815c3988" providerId="Windows Live" clId="Web-{F1B7953C-687D-897D-B2C0-D291DD5B3D7E}" dt="2026-04-22T09:30:44.178" v="1508"/>
      <pc:docMkLst>
        <pc:docMk/>
      </pc:docMkLst>
      <pc:sldChg chg="modSp">
        <pc:chgData name="Julien Neville" userId="4b3851e4815c3988" providerId="Windows Live" clId="Web-{F1B7953C-687D-897D-B2C0-D291DD5B3D7E}" dt="2026-04-22T09:15:36.052" v="1170" actId="20577"/>
        <pc:sldMkLst>
          <pc:docMk/>
          <pc:sldMk cId="1512111707" sldId="2562"/>
        </pc:sldMkLst>
        <pc:spChg chg="mod">
          <ac:chgData name="Julien Neville" userId="4b3851e4815c3988" providerId="Windows Live" clId="Web-{F1B7953C-687D-897D-B2C0-D291DD5B3D7E}" dt="2026-04-22T09:15:36.052" v="1170" actId="20577"/>
          <ac:spMkLst>
            <pc:docMk/>
            <pc:sldMk cId="1512111707" sldId="2562"/>
            <ac:spMk id="9" creationId="{DF5BE5B7-164E-4E90-83F2-0D14773B9AB0}"/>
          </ac:spMkLst>
        </pc:spChg>
      </pc:sldChg>
      <pc:sldChg chg="addSp modSp">
        <pc:chgData name="Julien Neville" userId="4b3851e4815c3988" providerId="Windows Live" clId="Web-{F1B7953C-687D-897D-B2C0-D291DD5B3D7E}" dt="2026-04-22T09:12:18.158" v="1129" actId="14100"/>
        <pc:sldMkLst>
          <pc:docMk/>
          <pc:sldMk cId="223631583" sldId="2591"/>
        </pc:sldMkLst>
        <pc:spChg chg="mod">
          <ac:chgData name="Julien Neville" userId="4b3851e4815c3988" providerId="Windows Live" clId="Web-{F1B7953C-687D-897D-B2C0-D291DD5B3D7E}" dt="2026-04-22T08:27:56.278" v="771" actId="20577"/>
          <ac:spMkLst>
            <pc:docMk/>
            <pc:sldMk cId="223631583" sldId="2591"/>
            <ac:spMk id="4" creationId="{2B644E96-A79C-04FD-097B-849968BA56A6}"/>
          </ac:spMkLst>
        </pc:spChg>
        <pc:spChg chg="add mod">
          <ac:chgData name="Julien Neville" userId="4b3851e4815c3988" providerId="Windows Live" clId="Web-{F1B7953C-687D-897D-B2C0-D291DD5B3D7E}" dt="2026-04-22T09:12:18.158" v="1129" actId="14100"/>
          <ac:spMkLst>
            <pc:docMk/>
            <pc:sldMk cId="223631583" sldId="2591"/>
            <ac:spMk id="8" creationId="{52039611-0AC3-A4D5-936C-D4057BA74591}"/>
          </ac:spMkLst>
        </pc:spChg>
        <pc:picChg chg="add mod">
          <ac:chgData name="Julien Neville" userId="4b3851e4815c3988" providerId="Windows Live" clId="Web-{F1B7953C-687D-897D-B2C0-D291DD5B3D7E}" dt="2026-04-22T09:07:29.727" v="1086" actId="14100"/>
          <ac:picMkLst>
            <pc:docMk/>
            <pc:sldMk cId="223631583" sldId="2591"/>
            <ac:picMk id="2" creationId="{CB4F303A-D181-C18B-A239-9FEAA452F554}"/>
          </ac:picMkLst>
        </pc:picChg>
        <pc:picChg chg="mod">
          <ac:chgData name="Julien Neville" userId="4b3851e4815c3988" providerId="Windows Live" clId="Web-{F1B7953C-687D-897D-B2C0-D291DD5B3D7E}" dt="2026-04-22T08:43:29.264" v="921" actId="1076"/>
          <ac:picMkLst>
            <pc:docMk/>
            <pc:sldMk cId="223631583" sldId="2591"/>
            <ac:picMk id="6" creationId="{E50C9E81-4D78-DCE0-8F2B-4D3D9FAC2A11}"/>
          </ac:picMkLst>
        </pc:picChg>
      </pc:sldChg>
      <pc:sldChg chg="addSp modSp">
        <pc:chgData name="Julien Neville" userId="4b3851e4815c3988" providerId="Windows Live" clId="Web-{F1B7953C-687D-897D-B2C0-D291DD5B3D7E}" dt="2026-04-22T09:11:16.438" v="1112" actId="20577"/>
        <pc:sldMkLst>
          <pc:docMk/>
          <pc:sldMk cId="4111397854" sldId="2592"/>
        </pc:sldMkLst>
        <pc:spChg chg="mod">
          <ac:chgData name="Julien Neville" userId="4b3851e4815c3988" providerId="Windows Live" clId="Web-{F1B7953C-687D-897D-B2C0-D291DD5B3D7E}" dt="2026-04-22T09:11:16.438" v="1112" actId="20577"/>
          <ac:spMkLst>
            <pc:docMk/>
            <pc:sldMk cId="4111397854" sldId="2592"/>
            <ac:spMk id="4" creationId="{DD474E75-8169-C8BC-7D58-606F9D8BB082}"/>
          </ac:spMkLst>
        </pc:spChg>
        <pc:picChg chg="add mod">
          <ac:chgData name="Julien Neville" userId="4b3851e4815c3988" providerId="Windows Live" clId="Web-{F1B7953C-687D-897D-B2C0-D291DD5B3D7E}" dt="2026-04-22T08:52:09.618" v="1051" actId="1076"/>
          <ac:picMkLst>
            <pc:docMk/>
            <pc:sldMk cId="4111397854" sldId="2592"/>
            <ac:picMk id="2" creationId="{6AE9BB10-0E4C-4646-2708-D758E9E0DEBC}"/>
          </ac:picMkLst>
        </pc:picChg>
      </pc:sldChg>
      <pc:sldChg chg="addSp modSp">
        <pc:chgData name="Julien Neville" userId="4b3851e4815c3988" providerId="Windows Live" clId="Web-{F1B7953C-687D-897D-B2C0-D291DD5B3D7E}" dt="2026-04-22T09:14:14.363" v="1167" actId="20577"/>
        <pc:sldMkLst>
          <pc:docMk/>
          <pc:sldMk cId="3709550148" sldId="2593"/>
        </pc:sldMkLst>
        <pc:spChg chg="add mod">
          <ac:chgData name="Julien Neville" userId="4b3851e4815c3988" providerId="Windows Live" clId="Web-{F1B7953C-687D-897D-B2C0-D291DD5B3D7E}" dt="2026-04-22T07:41:32.472" v="203" actId="14100"/>
          <ac:spMkLst>
            <pc:docMk/>
            <pc:sldMk cId="3709550148" sldId="2593"/>
            <ac:spMk id="2" creationId="{9CED315C-2E65-8B78-2953-5A5A1ED44D75}"/>
          </ac:spMkLst>
        </pc:spChg>
        <pc:spChg chg="mod">
          <ac:chgData name="Julien Neville" userId="4b3851e4815c3988" providerId="Windows Live" clId="Web-{F1B7953C-687D-897D-B2C0-D291DD5B3D7E}" dt="2026-04-22T09:14:14.363" v="1167" actId="20577"/>
          <ac:spMkLst>
            <pc:docMk/>
            <pc:sldMk cId="3709550148" sldId="2593"/>
            <ac:spMk id="4" creationId="{51C5E23A-5422-15E7-0260-0DFED2BFE566}"/>
          </ac:spMkLst>
        </pc:spChg>
      </pc:sldChg>
      <pc:sldChg chg="modSp">
        <pc:chgData name="Julien Neville" userId="4b3851e4815c3988" providerId="Windows Live" clId="Web-{F1B7953C-687D-897D-B2C0-D291DD5B3D7E}" dt="2026-04-22T07:20:15.023" v="8" actId="20577"/>
        <pc:sldMkLst>
          <pc:docMk/>
          <pc:sldMk cId="3411756305" sldId="2598"/>
        </pc:sldMkLst>
        <pc:spChg chg="mod">
          <ac:chgData name="Julien Neville" userId="4b3851e4815c3988" providerId="Windows Live" clId="Web-{F1B7953C-687D-897D-B2C0-D291DD5B3D7E}" dt="2026-04-22T07:20:15.023" v="8" actId="20577"/>
          <ac:spMkLst>
            <pc:docMk/>
            <pc:sldMk cId="3411756305" sldId="2598"/>
            <ac:spMk id="17" creationId="{D2593849-44AF-1253-3C8C-1A8FC0460711}"/>
          </ac:spMkLst>
        </pc:spChg>
      </pc:sldChg>
      <pc:sldChg chg="addSp delSp modSp add replId">
        <pc:chgData name="Julien Neville" userId="4b3851e4815c3988" providerId="Windows Live" clId="Web-{F1B7953C-687D-897D-B2C0-D291DD5B3D7E}" dt="2026-04-22T09:11:23.391" v="1114" actId="20577"/>
        <pc:sldMkLst>
          <pc:docMk/>
          <pc:sldMk cId="621943982" sldId="2601"/>
        </pc:sldMkLst>
        <pc:spChg chg="mod">
          <ac:chgData name="Julien Neville" userId="4b3851e4815c3988" providerId="Windows Live" clId="Web-{F1B7953C-687D-897D-B2C0-D291DD5B3D7E}" dt="2026-04-22T09:11:23.391" v="1114" actId="20577"/>
          <ac:spMkLst>
            <pc:docMk/>
            <pc:sldMk cId="621943982" sldId="2601"/>
            <ac:spMk id="4" creationId="{B1EA2C18-F319-5DDF-0602-83201BEA9CDB}"/>
          </ac:spMkLst>
        </pc:spChg>
        <pc:picChg chg="add mod">
          <ac:chgData name="Julien Neville" userId="4b3851e4815c3988" providerId="Windows Live" clId="Web-{F1B7953C-687D-897D-B2C0-D291DD5B3D7E}" dt="2026-04-22T09:09:09.153" v="1099" actId="1076"/>
          <ac:picMkLst>
            <pc:docMk/>
            <pc:sldMk cId="621943982" sldId="2601"/>
            <ac:picMk id="7" creationId="{9AB89291-9AEF-107B-1E0F-5DA6CE1E012B}"/>
          </ac:picMkLst>
        </pc:picChg>
      </pc:sldChg>
      <pc:sldChg chg="addSp delSp modSp add replId">
        <pc:chgData name="Julien Neville" userId="4b3851e4815c3988" providerId="Windows Live" clId="Web-{F1B7953C-687D-897D-B2C0-D291DD5B3D7E}" dt="2026-04-22T09:11:29.266" v="1116" actId="20577"/>
        <pc:sldMkLst>
          <pc:docMk/>
          <pc:sldMk cId="2637049040" sldId="2602"/>
        </pc:sldMkLst>
        <pc:spChg chg="mod">
          <ac:chgData name="Julien Neville" userId="4b3851e4815c3988" providerId="Windows Live" clId="Web-{F1B7953C-687D-897D-B2C0-D291DD5B3D7E}" dt="2026-04-22T09:11:29.266" v="1116" actId="20577"/>
          <ac:spMkLst>
            <pc:docMk/>
            <pc:sldMk cId="2637049040" sldId="2602"/>
            <ac:spMk id="4" creationId="{3D833225-0E98-DE21-C49A-EF78A429A1C2}"/>
          </ac:spMkLst>
        </pc:spChg>
        <pc:picChg chg="add mod">
          <ac:chgData name="Julien Neville" userId="4b3851e4815c3988" providerId="Windows Live" clId="Web-{F1B7953C-687D-897D-B2C0-D291DD5B3D7E}" dt="2026-04-22T09:10:11.483" v="1104" actId="1076"/>
          <ac:picMkLst>
            <pc:docMk/>
            <pc:sldMk cId="2637049040" sldId="2602"/>
            <ac:picMk id="2" creationId="{A3706972-96D4-449B-34BB-E60C4147F5F8}"/>
          </ac:picMkLst>
        </pc:picChg>
      </pc:sldChg>
      <pc:sldChg chg="addSp delSp modSp add replId">
        <pc:chgData name="Julien Neville" userId="4b3851e4815c3988" providerId="Windows Live" clId="Web-{F1B7953C-687D-897D-B2C0-D291DD5B3D7E}" dt="2026-04-22T09:11:34.110" v="1120" actId="20577"/>
        <pc:sldMkLst>
          <pc:docMk/>
          <pc:sldMk cId="2427677771" sldId="2603"/>
        </pc:sldMkLst>
        <pc:spChg chg="mod">
          <ac:chgData name="Julien Neville" userId="4b3851e4815c3988" providerId="Windows Live" clId="Web-{F1B7953C-687D-897D-B2C0-D291DD5B3D7E}" dt="2026-04-22T09:11:34.110" v="1120" actId="20577"/>
          <ac:spMkLst>
            <pc:docMk/>
            <pc:sldMk cId="2427677771" sldId="2603"/>
            <ac:spMk id="4" creationId="{0EF02AA7-FDAE-F5DB-17B7-EBAA6D5E3409}"/>
          </ac:spMkLst>
        </pc:spChg>
        <pc:picChg chg="add mod">
          <ac:chgData name="Julien Neville" userId="4b3851e4815c3988" providerId="Windows Live" clId="Web-{F1B7953C-687D-897D-B2C0-D291DD5B3D7E}" dt="2026-04-22T09:11:02.969" v="1110" actId="1076"/>
          <ac:picMkLst>
            <pc:docMk/>
            <pc:sldMk cId="2427677771" sldId="2603"/>
            <ac:picMk id="7" creationId="{60944C17-C3A3-A73D-1BE3-DE6F01E2D59A}"/>
          </ac:picMkLst>
        </pc:picChg>
      </pc:sldChg>
    </pc:docChg>
  </pc:docChgLst>
  <pc:docChgLst>
    <pc:chgData name="Julien Neville" userId="4b3851e4815c3988" providerId="Windows Live" clId="Web-{1401AE50-0164-5660-EFF0-9485D0465043}"/>
    <pc:docChg chg="addSld delSld modSld sldOrd modSection">
      <pc:chgData name="Julien Neville" userId="4b3851e4815c3988" providerId="Windows Live" clId="Web-{1401AE50-0164-5660-EFF0-9485D0465043}" dt="2026-04-22T10:24:26.190" v="14"/>
      <pc:docMkLst>
        <pc:docMk/>
      </pc:docMkLst>
      <pc:sldChg chg="modSp">
        <pc:chgData name="Julien Neville" userId="4b3851e4815c3988" providerId="Windows Live" clId="Web-{1401AE50-0164-5660-EFF0-9485D0465043}" dt="2026-04-22T09:45:10.188" v="1" actId="20577"/>
        <pc:sldMkLst>
          <pc:docMk/>
          <pc:sldMk cId="3709550148" sldId="2593"/>
        </pc:sldMkLst>
        <pc:spChg chg="mod">
          <ac:chgData name="Julien Neville" userId="4b3851e4815c3988" providerId="Windows Live" clId="Web-{1401AE50-0164-5660-EFF0-9485D0465043}" dt="2026-04-22T09:45:10.188" v="1" actId="20577"/>
          <ac:spMkLst>
            <pc:docMk/>
            <pc:sldMk cId="3709550148" sldId="2593"/>
            <ac:spMk id="2" creationId="{9CED315C-2E65-8B78-2953-5A5A1ED44D75}"/>
          </ac:spMkLst>
        </pc:spChg>
      </pc:sldChg>
      <pc:sldChg chg="ord">
        <pc:chgData name="Julien Neville" userId="4b3851e4815c3988" providerId="Windows Live" clId="Web-{1401AE50-0164-5660-EFF0-9485D0465043}" dt="2026-04-22T10:21:41.667" v="5"/>
        <pc:sldMkLst>
          <pc:docMk/>
          <pc:sldMk cId="670315000" sldId="2595"/>
        </pc:sldMkLst>
      </pc:sldChg>
      <pc:sldChg chg="ord">
        <pc:chgData name="Julien Neville" userId="4b3851e4815c3988" providerId="Windows Live" clId="Web-{1401AE50-0164-5660-EFF0-9485D0465043}" dt="2026-04-22T10:21:45.604" v="6"/>
        <pc:sldMkLst>
          <pc:docMk/>
          <pc:sldMk cId="2979223343" sldId="2596"/>
        </pc:sldMkLst>
      </pc:sldChg>
      <pc:sldChg chg="ord">
        <pc:chgData name="Julien Neville" userId="4b3851e4815c3988" providerId="Windows Live" clId="Web-{1401AE50-0164-5660-EFF0-9485D0465043}" dt="2026-04-22T10:24:13.690" v="13"/>
        <pc:sldMkLst>
          <pc:docMk/>
          <pc:sldMk cId="637588049" sldId="2599"/>
        </pc:sldMkLst>
      </pc:sldChg>
    </pc:docChg>
  </pc:docChgLst>
  <pc:docChgLst>
    <pc:chgData name="Julien Neville" userId="4b3851e4815c3988" providerId="Windows Live" clId="Web-{14E87171-0022-A51C-D1F4-290A570CF24F}"/>
    <pc:docChg chg="modSld">
      <pc:chgData name="Julien Neville" userId="4b3851e4815c3988" providerId="Windows Live" clId="Web-{14E87171-0022-A51C-D1F4-290A570CF24F}" dt="2026-04-22T09:35:43.827" v="46" actId="20577"/>
      <pc:docMkLst>
        <pc:docMk/>
      </pc:docMkLst>
      <pc:sldChg chg="modSp">
        <pc:chgData name="Julien Neville" userId="4b3851e4815c3988" providerId="Windows Live" clId="Web-{14E87171-0022-A51C-D1F4-290A570CF24F}" dt="2026-04-22T09:35:43.827" v="46" actId="20577"/>
        <pc:sldMkLst>
          <pc:docMk/>
          <pc:sldMk cId="3709550148" sldId="2593"/>
        </pc:sldMkLst>
        <pc:spChg chg="mod">
          <ac:chgData name="Julien Neville" userId="4b3851e4815c3988" providerId="Windows Live" clId="Web-{14E87171-0022-A51C-D1F4-290A570CF24F}" dt="2026-04-22T09:35:43.827" v="46" actId="20577"/>
          <ac:spMkLst>
            <pc:docMk/>
            <pc:sldMk cId="3709550148" sldId="2593"/>
            <ac:spMk id="2" creationId="{9CED315C-2E65-8B78-2953-5A5A1ED44D75}"/>
          </ac:spMkLst>
        </pc:spChg>
      </pc:sldChg>
    </pc:docChg>
  </pc:docChgLst>
  <pc:docChgLst>
    <pc:chgData name="Julien Neville" userId="4b3851e4815c3988" providerId="Windows Live" clId="Web-{D3021CBB-70D9-8854-DCC9-ECB8BECBC8CE}"/>
    <pc:docChg chg="addSld delSld modSld sldOrd modSection">
      <pc:chgData name="Julien Neville" userId="4b3851e4815c3988" providerId="Windows Live" clId="Web-{D3021CBB-70D9-8854-DCC9-ECB8BECBC8CE}" dt="2026-05-18T09:10:33.165" v="1104" actId="20577"/>
      <pc:docMkLst>
        <pc:docMk/>
      </pc:docMkLst>
      <pc:sldChg chg="modSp">
        <pc:chgData name="Julien Neville" userId="4b3851e4815c3988" providerId="Windows Live" clId="Web-{D3021CBB-70D9-8854-DCC9-ECB8BECBC8CE}" dt="2026-05-18T09:01:18.578" v="1024" actId="20577"/>
        <pc:sldMkLst>
          <pc:docMk/>
          <pc:sldMk cId="1512111707" sldId="2562"/>
        </pc:sldMkLst>
        <pc:spChg chg="mod">
          <ac:chgData name="Julien Neville" userId="4b3851e4815c3988" providerId="Windows Live" clId="Web-{D3021CBB-70D9-8854-DCC9-ECB8BECBC8CE}" dt="2026-05-18T09:01:18.578" v="1024" actId="20577"/>
          <ac:spMkLst>
            <pc:docMk/>
            <pc:sldMk cId="1512111707" sldId="2562"/>
            <ac:spMk id="9" creationId="{DF5BE5B7-164E-4E90-83F2-0D14773B9AB0}"/>
          </ac:spMkLst>
        </pc:spChg>
      </pc:sldChg>
      <pc:sldChg chg="del">
        <pc:chgData name="Julien Neville" userId="4b3851e4815c3988" providerId="Windows Live" clId="Web-{D3021CBB-70D9-8854-DCC9-ECB8BECBC8CE}" dt="2026-05-18T09:06:29.788" v="1071"/>
        <pc:sldMkLst>
          <pc:docMk/>
          <pc:sldMk cId="3409947268" sldId="2588"/>
        </pc:sldMkLst>
      </pc:sldChg>
      <pc:sldChg chg="del">
        <pc:chgData name="Julien Neville" userId="4b3851e4815c3988" providerId="Windows Live" clId="Web-{D3021CBB-70D9-8854-DCC9-ECB8BECBC8CE}" dt="2026-05-18T09:06:35.866" v="1072"/>
        <pc:sldMkLst>
          <pc:docMk/>
          <pc:sldMk cId="542503943" sldId="2589"/>
        </pc:sldMkLst>
      </pc:sldChg>
      <pc:sldChg chg="modSp ord">
        <pc:chgData name="Julien Neville" userId="4b3851e4815c3988" providerId="Windows Live" clId="Web-{D3021CBB-70D9-8854-DCC9-ECB8BECBC8CE}" dt="2026-05-18T09:02:03.456" v="1038" actId="20577"/>
        <pc:sldMkLst>
          <pc:docMk/>
          <pc:sldMk cId="223631583" sldId="2591"/>
        </pc:sldMkLst>
        <pc:spChg chg="mod">
          <ac:chgData name="Julien Neville" userId="4b3851e4815c3988" providerId="Windows Live" clId="Web-{D3021CBB-70D9-8854-DCC9-ECB8BECBC8CE}" dt="2026-05-18T09:02:03.456" v="1038" actId="20577"/>
          <ac:spMkLst>
            <pc:docMk/>
            <pc:sldMk cId="223631583" sldId="2591"/>
            <ac:spMk id="4" creationId="{2B644E96-A79C-04FD-097B-849968BA56A6}"/>
          </ac:spMkLst>
        </pc:spChg>
      </pc:sldChg>
      <pc:sldChg chg="modSp ord">
        <pc:chgData name="Julien Neville" userId="4b3851e4815c3988" providerId="Windows Live" clId="Web-{D3021CBB-70D9-8854-DCC9-ECB8BECBC8CE}" dt="2026-05-18T09:02:11.426" v="1041" actId="20577"/>
        <pc:sldMkLst>
          <pc:docMk/>
          <pc:sldMk cId="4111397854" sldId="2592"/>
        </pc:sldMkLst>
        <pc:spChg chg="mod">
          <ac:chgData name="Julien Neville" userId="4b3851e4815c3988" providerId="Windows Live" clId="Web-{D3021CBB-70D9-8854-DCC9-ECB8BECBC8CE}" dt="2026-05-18T09:02:11.426" v="1041" actId="20577"/>
          <ac:spMkLst>
            <pc:docMk/>
            <pc:sldMk cId="4111397854" sldId="2592"/>
            <ac:spMk id="4" creationId="{DD474E75-8169-C8BC-7D58-606F9D8BB082}"/>
          </ac:spMkLst>
        </pc:spChg>
      </pc:sldChg>
      <pc:sldChg chg="addSp modSp">
        <pc:chgData name="Julien Neville" userId="4b3851e4815c3988" providerId="Windows Live" clId="Web-{D3021CBB-70D9-8854-DCC9-ECB8BECBC8CE}" dt="2026-05-18T09:10:33.165" v="1104" actId="20577"/>
        <pc:sldMkLst>
          <pc:docMk/>
          <pc:sldMk cId="3709550148" sldId="2593"/>
        </pc:sldMkLst>
        <pc:spChg chg="mod">
          <ac:chgData name="Julien Neville" userId="4b3851e4815c3988" providerId="Windows Live" clId="Web-{D3021CBB-70D9-8854-DCC9-ECB8BECBC8CE}" dt="2026-05-18T09:10:33.165" v="1104" actId="20577"/>
          <ac:spMkLst>
            <pc:docMk/>
            <pc:sldMk cId="3709550148" sldId="2593"/>
            <ac:spMk id="2" creationId="{9CED315C-2E65-8B78-2953-5A5A1ED44D75}"/>
          </ac:spMkLst>
        </pc:spChg>
        <pc:spChg chg="mod">
          <ac:chgData name="Julien Neville" userId="4b3851e4815c3988" providerId="Windows Live" clId="Web-{D3021CBB-70D9-8854-DCC9-ECB8BECBC8CE}" dt="2026-05-18T06:57:35.070" v="43" actId="20577"/>
          <ac:spMkLst>
            <pc:docMk/>
            <pc:sldMk cId="3709550148" sldId="2593"/>
            <ac:spMk id="4" creationId="{51C5E23A-5422-15E7-0260-0DFED2BFE566}"/>
          </ac:spMkLst>
        </pc:spChg>
        <pc:spChg chg="add mod">
          <ac:chgData name="Julien Neville" userId="4b3851e4815c3988" providerId="Windows Live" clId="Web-{D3021CBB-70D9-8854-DCC9-ECB8BECBC8CE}" dt="2026-05-18T09:08:51.470" v="1090" actId="20577"/>
          <ac:spMkLst>
            <pc:docMk/>
            <pc:sldMk cId="3709550148" sldId="2593"/>
            <ac:spMk id="7" creationId="{F9CEFC24-4475-2F4E-9D6E-EB54FB8B4894}"/>
          </ac:spMkLst>
        </pc:spChg>
      </pc:sldChg>
      <pc:sldChg chg="modSp ord">
        <pc:chgData name="Julien Neville" userId="4b3851e4815c3988" providerId="Windows Live" clId="Web-{D3021CBB-70D9-8854-DCC9-ECB8BECBC8CE}" dt="2026-05-18T09:01:46.049" v="1033" actId="20577"/>
        <pc:sldMkLst>
          <pc:docMk/>
          <pc:sldMk cId="670315000" sldId="2595"/>
        </pc:sldMkLst>
        <pc:spChg chg="mod">
          <ac:chgData name="Julien Neville" userId="4b3851e4815c3988" providerId="Windows Live" clId="Web-{D3021CBB-70D9-8854-DCC9-ECB8BECBC8CE}" dt="2026-05-18T09:01:46.049" v="1033" actId="20577"/>
          <ac:spMkLst>
            <pc:docMk/>
            <pc:sldMk cId="670315000" sldId="2595"/>
            <ac:spMk id="4" creationId="{6231F8B9-05E6-16F6-B5EE-8E987035963B}"/>
          </ac:spMkLst>
        </pc:spChg>
        <pc:spChg chg="mod">
          <ac:chgData name="Julien Neville" userId="4b3851e4815c3988" providerId="Windows Live" clId="Web-{D3021CBB-70D9-8854-DCC9-ECB8BECBC8CE}" dt="2026-05-18T06:57:44.759" v="46" actId="20577"/>
          <ac:spMkLst>
            <pc:docMk/>
            <pc:sldMk cId="670315000" sldId="2595"/>
            <ac:spMk id="8" creationId="{42CA8108-8F14-58EA-9ABA-1AA3CE798C21}"/>
          </ac:spMkLst>
        </pc:spChg>
      </pc:sldChg>
      <pc:sldChg chg="modSp">
        <pc:chgData name="Julien Neville" userId="4b3851e4815c3988" providerId="Windows Live" clId="Web-{D3021CBB-70D9-8854-DCC9-ECB8BECBC8CE}" dt="2026-05-18T07:28:32.514" v="423" actId="20577"/>
        <pc:sldMkLst>
          <pc:docMk/>
          <pc:sldMk cId="2979223343" sldId="2596"/>
        </pc:sldMkLst>
        <pc:spChg chg="mod">
          <ac:chgData name="Julien Neville" userId="4b3851e4815c3988" providerId="Windows Live" clId="Web-{D3021CBB-70D9-8854-DCC9-ECB8BECBC8CE}" dt="2026-05-18T07:28:32.514" v="423" actId="20577"/>
          <ac:spMkLst>
            <pc:docMk/>
            <pc:sldMk cId="2979223343" sldId="2596"/>
            <ac:spMk id="4" creationId="{C905F062-F52A-EE5D-3F33-D17B127645B7}"/>
          </ac:spMkLst>
        </pc:spChg>
      </pc:sldChg>
      <pc:sldChg chg="modSp ord">
        <pc:chgData name="Julien Neville" userId="4b3851e4815c3988" providerId="Windows Live" clId="Web-{D3021CBB-70D9-8854-DCC9-ECB8BECBC8CE}" dt="2026-05-18T09:01:54.690" v="1034" actId="20577"/>
        <pc:sldMkLst>
          <pc:docMk/>
          <pc:sldMk cId="3411756305" sldId="2598"/>
        </pc:sldMkLst>
        <pc:spChg chg="mod">
          <ac:chgData name="Julien Neville" userId="4b3851e4815c3988" providerId="Windows Live" clId="Web-{D3021CBB-70D9-8854-DCC9-ECB8BECBC8CE}" dt="2026-05-18T09:01:54.690" v="1034" actId="20577"/>
          <ac:spMkLst>
            <pc:docMk/>
            <pc:sldMk cId="3411756305" sldId="2598"/>
            <ac:spMk id="4" creationId="{B2B7B6F1-C2A3-0DDD-24A0-7C27A15432D7}"/>
          </ac:spMkLst>
        </pc:spChg>
        <pc:spChg chg="mod">
          <ac:chgData name="Julien Neville" userId="4b3851e4815c3988" providerId="Windows Live" clId="Web-{D3021CBB-70D9-8854-DCC9-ECB8BECBC8CE}" dt="2026-05-18T07:32:33.890" v="451" actId="20577"/>
          <ac:spMkLst>
            <pc:docMk/>
            <pc:sldMk cId="3411756305" sldId="2598"/>
            <ac:spMk id="17" creationId="{D2593849-44AF-1253-3C8C-1A8FC0460711}"/>
          </ac:spMkLst>
        </pc:spChg>
      </pc:sldChg>
      <pc:sldChg chg="modSp ord">
        <pc:chgData name="Julien Neville" userId="4b3851e4815c3988" providerId="Windows Live" clId="Web-{D3021CBB-70D9-8854-DCC9-ECB8BECBC8CE}" dt="2026-05-18T09:01:57.893" v="1035" actId="20577"/>
        <pc:sldMkLst>
          <pc:docMk/>
          <pc:sldMk cId="637588049" sldId="2599"/>
        </pc:sldMkLst>
        <pc:spChg chg="mod">
          <ac:chgData name="Julien Neville" userId="4b3851e4815c3988" providerId="Windows Live" clId="Web-{D3021CBB-70D9-8854-DCC9-ECB8BECBC8CE}" dt="2026-05-18T09:01:57.893" v="1035" actId="20577"/>
          <ac:spMkLst>
            <pc:docMk/>
            <pc:sldMk cId="637588049" sldId="2599"/>
            <ac:spMk id="4" creationId="{07E0EC9B-B6FF-5791-D3BC-FB13AAC6CD16}"/>
          </ac:spMkLst>
        </pc:spChg>
      </pc:sldChg>
      <pc:sldChg chg="del">
        <pc:chgData name="Julien Neville" userId="4b3851e4815c3988" providerId="Windows Live" clId="Web-{D3021CBB-70D9-8854-DCC9-ECB8BECBC8CE}" dt="2026-05-18T09:06:37.601" v="1073"/>
        <pc:sldMkLst>
          <pc:docMk/>
          <pc:sldMk cId="3075237420" sldId="2600"/>
        </pc:sldMkLst>
      </pc:sldChg>
      <pc:sldChg chg="modSp ord">
        <pc:chgData name="Julien Neville" userId="4b3851e4815c3988" providerId="Windows Live" clId="Web-{D3021CBB-70D9-8854-DCC9-ECB8BECBC8CE}" dt="2026-05-18T09:02:17.223" v="1043" actId="20577"/>
        <pc:sldMkLst>
          <pc:docMk/>
          <pc:sldMk cId="621943982" sldId="2601"/>
        </pc:sldMkLst>
        <pc:spChg chg="mod">
          <ac:chgData name="Julien Neville" userId="4b3851e4815c3988" providerId="Windows Live" clId="Web-{D3021CBB-70D9-8854-DCC9-ECB8BECBC8CE}" dt="2026-05-18T09:02:17.223" v="1043" actId="20577"/>
          <ac:spMkLst>
            <pc:docMk/>
            <pc:sldMk cId="621943982" sldId="2601"/>
            <ac:spMk id="4" creationId="{B1EA2C18-F319-5DDF-0602-83201BEA9CDB}"/>
          </ac:spMkLst>
        </pc:spChg>
      </pc:sldChg>
      <pc:sldChg chg="modSp ord">
        <pc:chgData name="Julien Neville" userId="4b3851e4815c3988" providerId="Windows Live" clId="Web-{D3021CBB-70D9-8854-DCC9-ECB8BECBC8CE}" dt="2026-05-18T09:02:22.473" v="1046" actId="20577"/>
        <pc:sldMkLst>
          <pc:docMk/>
          <pc:sldMk cId="2637049040" sldId="2602"/>
        </pc:sldMkLst>
        <pc:spChg chg="mod">
          <ac:chgData name="Julien Neville" userId="4b3851e4815c3988" providerId="Windows Live" clId="Web-{D3021CBB-70D9-8854-DCC9-ECB8BECBC8CE}" dt="2026-05-18T09:02:22.473" v="1046" actId="20577"/>
          <ac:spMkLst>
            <pc:docMk/>
            <pc:sldMk cId="2637049040" sldId="2602"/>
            <ac:spMk id="4" creationId="{3D833225-0E98-DE21-C49A-EF78A429A1C2}"/>
          </ac:spMkLst>
        </pc:spChg>
      </pc:sldChg>
      <pc:sldChg chg="modSp ord">
        <pc:chgData name="Julien Neville" userId="4b3851e4815c3988" providerId="Windows Live" clId="Web-{D3021CBB-70D9-8854-DCC9-ECB8BECBC8CE}" dt="2026-05-18T09:05:11.391" v="1058"/>
        <pc:sldMkLst>
          <pc:docMk/>
          <pc:sldMk cId="2427677771" sldId="2603"/>
        </pc:sldMkLst>
        <pc:spChg chg="mod">
          <ac:chgData name="Julien Neville" userId="4b3851e4815c3988" providerId="Windows Live" clId="Web-{D3021CBB-70D9-8854-DCC9-ECB8BECBC8CE}" dt="2026-05-18T09:02:27.802" v="1050" actId="20577"/>
          <ac:spMkLst>
            <pc:docMk/>
            <pc:sldMk cId="2427677771" sldId="2603"/>
            <ac:spMk id="4" creationId="{0EF02AA7-FDAE-F5DB-17B7-EBAA6D5E3409}"/>
          </ac:spMkLst>
        </pc:spChg>
      </pc:sldChg>
      <pc:sldChg chg="modSp">
        <pc:chgData name="Julien Neville" userId="4b3851e4815c3988" providerId="Windows Live" clId="Web-{D3021CBB-70D9-8854-DCC9-ECB8BECBC8CE}" dt="2026-05-18T08:46:01.435" v="942" actId="20577"/>
        <pc:sldMkLst>
          <pc:docMk/>
          <pc:sldMk cId="2519396752" sldId="2604"/>
        </pc:sldMkLst>
        <pc:spChg chg="mod">
          <ac:chgData name="Julien Neville" userId="4b3851e4815c3988" providerId="Windows Live" clId="Web-{D3021CBB-70D9-8854-DCC9-ECB8BECBC8CE}" dt="2026-05-18T07:28:54.828" v="429" actId="20577"/>
          <ac:spMkLst>
            <pc:docMk/>
            <pc:sldMk cId="2519396752" sldId="2604"/>
            <ac:spMk id="8" creationId="{9C8A1E47-43A1-A2B8-D0E7-C49C040FB7ED}"/>
          </ac:spMkLst>
        </pc:spChg>
        <pc:spChg chg="mod">
          <ac:chgData name="Julien Neville" userId="4b3851e4815c3988" providerId="Windows Live" clId="Web-{D3021CBB-70D9-8854-DCC9-ECB8BECBC8CE}" dt="2026-05-18T08:46:01.435" v="942" actId="20577"/>
          <ac:spMkLst>
            <pc:docMk/>
            <pc:sldMk cId="2519396752" sldId="2604"/>
            <ac:spMk id="14" creationId="{41BAD1F0-36BF-07BE-8F58-F0571A5A822E}"/>
          </ac:spMkLst>
        </pc:spChg>
      </pc:sldChg>
      <pc:sldChg chg="modSp">
        <pc:chgData name="Julien Neville" userId="4b3851e4815c3988" providerId="Windows Live" clId="Web-{D3021CBB-70D9-8854-DCC9-ECB8BECBC8CE}" dt="2026-05-18T07:28:40.420" v="427" actId="20577"/>
        <pc:sldMkLst>
          <pc:docMk/>
          <pc:sldMk cId="3080700686" sldId="2605"/>
        </pc:sldMkLst>
        <pc:spChg chg="mod">
          <ac:chgData name="Julien Neville" userId="4b3851e4815c3988" providerId="Windows Live" clId="Web-{D3021CBB-70D9-8854-DCC9-ECB8BECBC8CE}" dt="2026-05-18T07:28:40.420" v="427" actId="20577"/>
          <ac:spMkLst>
            <pc:docMk/>
            <pc:sldMk cId="3080700686" sldId="2605"/>
            <ac:spMk id="4" creationId="{77F7F1AF-C259-F633-E7D4-038BEEE2475A}"/>
          </ac:spMkLst>
        </pc:spChg>
      </pc:sldChg>
      <pc:sldChg chg="modSp">
        <pc:chgData name="Julien Neville" userId="4b3851e4815c3988" providerId="Windows Live" clId="Web-{D3021CBB-70D9-8854-DCC9-ECB8BECBC8CE}" dt="2026-05-18T07:30:10.536" v="431" actId="20577"/>
        <pc:sldMkLst>
          <pc:docMk/>
          <pc:sldMk cId="1976132114" sldId="2606"/>
        </pc:sldMkLst>
        <pc:spChg chg="mod">
          <ac:chgData name="Julien Neville" userId="4b3851e4815c3988" providerId="Windows Live" clId="Web-{D3021CBB-70D9-8854-DCC9-ECB8BECBC8CE}" dt="2026-05-18T07:28:22.560" v="420" actId="20577"/>
          <ac:spMkLst>
            <pc:docMk/>
            <pc:sldMk cId="1976132114" sldId="2606"/>
            <ac:spMk id="4" creationId="{F96E3BBA-D466-1A31-BA1A-064240B90F3B}"/>
          </ac:spMkLst>
        </pc:spChg>
        <pc:spChg chg="mod">
          <ac:chgData name="Julien Neville" userId="4b3851e4815c3988" providerId="Windows Live" clId="Web-{D3021CBB-70D9-8854-DCC9-ECB8BECBC8CE}" dt="2026-05-18T07:30:10.536" v="431" actId="20577"/>
          <ac:spMkLst>
            <pc:docMk/>
            <pc:sldMk cId="1976132114" sldId="2606"/>
            <ac:spMk id="8" creationId="{0BD76EA0-CBBB-FD15-14F8-ABE1AFF32541}"/>
          </ac:spMkLst>
        </pc:spChg>
      </pc:sldChg>
      <pc:sldChg chg="addSp delSp modSp ord">
        <pc:chgData name="Julien Neville" userId="4b3851e4815c3988" providerId="Windows Live" clId="Web-{D3021CBB-70D9-8854-DCC9-ECB8BECBC8CE}" dt="2026-05-18T09:07:22.792" v="1076" actId="20577"/>
        <pc:sldMkLst>
          <pc:docMk/>
          <pc:sldMk cId="2332742334" sldId="2607"/>
        </pc:sldMkLst>
        <pc:spChg chg="mod">
          <ac:chgData name="Julien Neville" userId="4b3851e4815c3988" providerId="Windows Live" clId="Web-{D3021CBB-70D9-8854-DCC9-ECB8BECBC8CE}" dt="2026-05-18T09:07:22.792" v="1076" actId="20577"/>
          <ac:spMkLst>
            <pc:docMk/>
            <pc:sldMk cId="2332742334" sldId="2607"/>
            <ac:spMk id="2" creationId="{91117728-C27A-461B-9D36-0EC59CA99A87}"/>
          </ac:spMkLst>
        </pc:spChg>
        <pc:spChg chg="mod">
          <ac:chgData name="Julien Neville" userId="4b3851e4815c3988" providerId="Windows Live" clId="Web-{D3021CBB-70D9-8854-DCC9-ECB8BECBC8CE}" dt="2026-05-18T07:31:58.731" v="444" actId="20577"/>
          <ac:spMkLst>
            <pc:docMk/>
            <pc:sldMk cId="2332742334" sldId="2607"/>
            <ac:spMk id="4" creationId="{A64BC14A-1746-3CD6-1B42-038289D24029}"/>
          </ac:spMkLst>
        </pc:spChg>
        <pc:spChg chg="mod">
          <ac:chgData name="Julien Neville" userId="4b3851e4815c3988" providerId="Windows Live" clId="Web-{D3021CBB-70D9-8854-DCC9-ECB8BECBC8CE}" dt="2026-05-18T08:10:08.736" v="593" actId="20577"/>
          <ac:spMkLst>
            <pc:docMk/>
            <pc:sldMk cId="2332742334" sldId="2607"/>
            <ac:spMk id="8" creationId="{F123863F-B31A-EED2-27A2-5A84DDF4534D}"/>
          </ac:spMkLst>
        </pc:spChg>
        <pc:spChg chg="add mod">
          <ac:chgData name="Julien Neville" userId="4b3851e4815c3988" providerId="Windows Live" clId="Web-{D3021CBB-70D9-8854-DCC9-ECB8BECBC8CE}" dt="2026-05-18T08:41:53.840" v="915" actId="1076"/>
          <ac:spMkLst>
            <pc:docMk/>
            <pc:sldMk cId="2332742334" sldId="2607"/>
            <ac:spMk id="22" creationId="{EBF0D57D-C4C1-E110-4D3E-58F04D43DE0E}"/>
          </ac:spMkLst>
        </pc:spChg>
        <pc:grpChg chg="add del mod">
          <ac:chgData name="Julien Neville" userId="4b3851e4815c3988" providerId="Windows Live" clId="Web-{D3021CBB-70D9-8854-DCC9-ECB8BECBC8CE}" dt="2026-05-18T08:16:08.714" v="604"/>
          <ac:grpSpMkLst>
            <pc:docMk/>
            <pc:sldMk cId="2332742334" sldId="2607"/>
            <ac:grpSpMk id="15" creationId="{AF9719F6-CD02-88A2-1AA0-B9439F81DD24}"/>
          </ac:grpSpMkLst>
        </pc:grpChg>
        <pc:grpChg chg="add del mod">
          <ac:chgData name="Julien Neville" userId="4b3851e4815c3988" providerId="Windows Live" clId="Web-{D3021CBB-70D9-8854-DCC9-ECB8BECBC8CE}" dt="2026-05-18T08:30:02.038" v="817"/>
          <ac:grpSpMkLst>
            <pc:docMk/>
            <pc:sldMk cId="2332742334" sldId="2607"/>
            <ac:grpSpMk id="16" creationId="{999CD25C-94AB-F049-3346-925E8BACD087}"/>
          </ac:grpSpMkLst>
        </pc:grpChg>
        <pc:picChg chg="del mod">
          <ac:chgData name="Julien Neville" userId="4b3851e4815c3988" providerId="Windows Live" clId="Web-{D3021CBB-70D9-8854-DCC9-ECB8BECBC8CE}" dt="2026-05-18T07:41:01.503" v="482"/>
          <ac:picMkLst>
            <pc:docMk/>
            <pc:sldMk cId="2332742334" sldId="2607"/>
            <ac:picMk id="3" creationId="{F4356A94-6ADA-A13D-B1BC-B827B8FACC1D}"/>
          </ac:picMkLst>
        </pc:picChg>
        <pc:picChg chg="add del mod">
          <ac:chgData name="Julien Neville" userId="4b3851e4815c3988" providerId="Windows Live" clId="Web-{D3021CBB-70D9-8854-DCC9-ECB8BECBC8CE}" dt="2026-05-18T07:41:03.535" v="483"/>
          <ac:picMkLst>
            <pc:docMk/>
            <pc:sldMk cId="2332742334" sldId="2607"/>
            <ac:picMk id="7" creationId="{9FB5F21C-3F56-0664-E3EB-86BB137764A9}"/>
          </ac:picMkLst>
        </pc:picChg>
        <pc:picChg chg="add del mod">
          <ac:chgData name="Julien Neville" userId="4b3851e4815c3988" providerId="Windows Live" clId="Web-{D3021CBB-70D9-8854-DCC9-ECB8BECBC8CE}" dt="2026-05-18T08:12:36.027" v="599"/>
          <ac:picMkLst>
            <pc:docMk/>
            <pc:sldMk cId="2332742334" sldId="2607"/>
            <ac:picMk id="9" creationId="{978E6940-FA41-91C4-47C5-9858F5CB755E}"/>
          </ac:picMkLst>
        </pc:picChg>
        <pc:picChg chg="add del mod modCrop">
          <ac:chgData name="Julien Neville" userId="4b3851e4815c3988" providerId="Windows Live" clId="Web-{D3021CBB-70D9-8854-DCC9-ECB8BECBC8CE}" dt="2026-05-18T08:20:31.296" v="640"/>
          <ac:picMkLst>
            <pc:docMk/>
            <pc:sldMk cId="2332742334" sldId="2607"/>
            <ac:picMk id="12" creationId="{C946A8DC-06A1-EC1B-03AA-D1558B120BAA}"/>
          </ac:picMkLst>
        </pc:picChg>
        <pc:picChg chg="add del mod topLvl modCrop">
          <ac:chgData name="Julien Neville" userId="4b3851e4815c3988" providerId="Windows Live" clId="Web-{D3021CBB-70D9-8854-DCC9-ECB8BECBC8CE}" dt="2026-05-18T08:30:05.757" v="818"/>
          <ac:picMkLst>
            <pc:docMk/>
            <pc:sldMk cId="2332742334" sldId="2607"/>
            <ac:picMk id="13" creationId="{1FF0A42E-6840-F4D9-80B0-D5FDD04E8600}"/>
          </ac:picMkLst>
        </pc:picChg>
        <pc:picChg chg="add del mod topLvl">
          <ac:chgData name="Julien Neville" userId="4b3851e4815c3988" providerId="Windows Live" clId="Web-{D3021CBB-70D9-8854-DCC9-ECB8BECBC8CE}" dt="2026-05-18T08:30:02.038" v="817"/>
          <ac:picMkLst>
            <pc:docMk/>
            <pc:sldMk cId="2332742334" sldId="2607"/>
            <ac:picMk id="14" creationId="{EE2BA3CB-D7FD-BC7F-55A4-367D531B1AE6}"/>
          </ac:picMkLst>
        </pc:picChg>
        <pc:picChg chg="add del mod">
          <ac:chgData name="Julien Neville" userId="4b3851e4815c3988" providerId="Windows Live" clId="Web-{D3021CBB-70D9-8854-DCC9-ECB8BECBC8CE}" dt="2026-05-18T08:39:13.235" v="861"/>
          <ac:picMkLst>
            <pc:docMk/>
            <pc:sldMk cId="2332742334" sldId="2607"/>
            <ac:picMk id="17" creationId="{D66B0CD3-F54E-4D6A-F1CA-7C9452183694}"/>
          </ac:picMkLst>
        </pc:picChg>
        <pc:picChg chg="add del mod">
          <ac:chgData name="Julien Neville" userId="4b3851e4815c3988" providerId="Windows Live" clId="Web-{D3021CBB-70D9-8854-DCC9-ECB8BECBC8CE}" dt="2026-05-18T08:39:15.735" v="862"/>
          <ac:picMkLst>
            <pc:docMk/>
            <pc:sldMk cId="2332742334" sldId="2607"/>
            <ac:picMk id="19" creationId="{E3E8C633-C64A-F556-FBD5-9E5041ED8C6F}"/>
          </ac:picMkLst>
        </pc:picChg>
        <pc:picChg chg="add mod modCrop">
          <ac:chgData name="Julien Neville" userId="4b3851e4815c3988" providerId="Windows Live" clId="Web-{D3021CBB-70D9-8854-DCC9-ECB8BECBC8CE}" dt="2026-05-18T08:42:49.328" v="917" actId="1076"/>
          <ac:picMkLst>
            <pc:docMk/>
            <pc:sldMk cId="2332742334" sldId="2607"/>
            <ac:picMk id="20" creationId="{FCF894C2-0CAE-312C-8D2F-B90355456D50}"/>
          </ac:picMkLst>
        </pc:picChg>
        <pc:picChg chg="add del mod modCrop">
          <ac:chgData name="Julien Neville" userId="4b3851e4815c3988" providerId="Windows Live" clId="Web-{D3021CBB-70D9-8854-DCC9-ECB8BECBC8CE}" dt="2026-05-18T08:39:31.580" v="871"/>
          <ac:picMkLst>
            <pc:docMk/>
            <pc:sldMk cId="2332742334" sldId="2607"/>
            <ac:picMk id="21" creationId="{EB26ABA9-5567-E786-2C04-752D932C9062}"/>
          </ac:picMkLst>
        </pc:picChg>
      </pc:sldChg>
      <pc:sldChg chg="delSp modSp del ord">
        <pc:chgData name="Julien Neville" userId="4b3851e4815c3988" providerId="Windows Live" clId="Web-{D3021CBB-70D9-8854-DCC9-ECB8BECBC8CE}" dt="2026-05-18T08:06:16.516" v="571"/>
        <pc:sldMkLst>
          <pc:docMk/>
          <pc:sldMk cId="1600629703" sldId="2608"/>
        </pc:sldMkLst>
        <pc:spChg chg="mod">
          <ac:chgData name="Julien Neville" userId="4b3851e4815c3988" providerId="Windows Live" clId="Web-{D3021CBB-70D9-8854-DCC9-ECB8BECBC8CE}" dt="2026-05-18T07:59:36.316" v="558" actId="20577"/>
          <ac:spMkLst>
            <pc:docMk/>
            <pc:sldMk cId="1600629703" sldId="2608"/>
            <ac:spMk id="8" creationId="{36386618-F121-5FC9-87B0-593E9C2A6E46}"/>
          </ac:spMkLst>
        </pc:spChg>
        <pc:spChg chg="mod">
          <ac:chgData name="Julien Neville" userId="4b3851e4815c3988" providerId="Windows Live" clId="Web-{D3021CBB-70D9-8854-DCC9-ECB8BECBC8CE}" dt="2026-05-18T07:50:10.917" v="554" actId="20577"/>
          <ac:spMkLst>
            <pc:docMk/>
            <pc:sldMk cId="1600629703" sldId="2608"/>
            <ac:spMk id="12" creationId="{85C1653A-5896-F645-383F-451174D5CF3E}"/>
          </ac:spMkLst>
        </pc:spChg>
        <pc:picChg chg="del mod">
          <ac:chgData name="Julien Neville" userId="4b3851e4815c3988" providerId="Windows Live" clId="Web-{D3021CBB-70D9-8854-DCC9-ECB8BECBC8CE}" dt="2026-05-18T08:04:50.339" v="563"/>
          <ac:picMkLst>
            <pc:docMk/>
            <pc:sldMk cId="1600629703" sldId="2608"/>
            <ac:picMk id="16" creationId="{DB65203F-88F4-0270-5AAE-767E3D525975}"/>
          </ac:picMkLst>
        </pc:picChg>
      </pc:sldChg>
      <pc:sldChg chg="delSp modSp add replId">
        <pc:chgData name="Julien Neville" userId="4b3851e4815c3988" providerId="Windows Live" clId="Web-{D3021CBB-70D9-8854-DCC9-ECB8BECBC8CE}" dt="2026-05-18T09:01:41.002" v="1031" actId="20577"/>
        <pc:sldMkLst>
          <pc:docMk/>
          <pc:sldMk cId="3623621116" sldId="2609"/>
        </pc:sldMkLst>
        <pc:spChg chg="del">
          <ac:chgData name="Julien Neville" userId="4b3851e4815c3988" providerId="Windows Live" clId="Web-{D3021CBB-70D9-8854-DCC9-ECB8BECBC8CE}" dt="2026-05-18T06:55:30.374" v="3"/>
          <ac:spMkLst>
            <pc:docMk/>
            <pc:sldMk cId="3623621116" sldId="2609"/>
            <ac:spMk id="2" creationId="{0B42AA45-1386-4533-183D-5B040A4FA0DE}"/>
          </ac:spMkLst>
        </pc:spChg>
        <pc:spChg chg="mod">
          <ac:chgData name="Julien Neville" userId="4b3851e4815c3988" providerId="Windows Live" clId="Web-{D3021CBB-70D9-8854-DCC9-ECB8BECBC8CE}" dt="2026-05-18T09:01:41.002" v="1031" actId="20577"/>
          <ac:spMkLst>
            <pc:docMk/>
            <pc:sldMk cId="3623621116" sldId="2609"/>
            <ac:spMk id="4" creationId="{568D0D8B-0636-6F11-988E-86572B796D7B}"/>
          </ac:spMkLst>
        </pc:spChg>
      </pc:sldChg>
      <pc:sldChg chg="modSp add">
        <pc:chgData name="Julien Neville" userId="4b3851e4815c3988" providerId="Windows Live" clId="Web-{D3021CBB-70D9-8854-DCC9-ECB8BECBC8CE}" dt="2026-05-18T09:05:31.486" v="1061" actId="20577"/>
        <pc:sldMkLst>
          <pc:docMk/>
          <pc:sldMk cId="824205289" sldId="2610"/>
        </pc:sldMkLst>
        <pc:spChg chg="mod">
          <ac:chgData name="Julien Neville" userId="4b3851e4815c3988" providerId="Windows Live" clId="Web-{D3021CBB-70D9-8854-DCC9-ECB8BECBC8CE}" dt="2026-05-18T09:05:31.486" v="1061" actId="20577"/>
          <ac:spMkLst>
            <pc:docMk/>
            <pc:sldMk cId="824205289" sldId="2610"/>
            <ac:spMk id="4" creationId="{DF2C7684-C8A4-18FA-D275-2A3A7A56B26C}"/>
          </ac:spMkLst>
        </pc:spChg>
      </pc:sldChg>
      <pc:sldChg chg="addSp delSp modSp add del ord replId">
        <pc:chgData name="Julien Neville" userId="4b3851e4815c3988" providerId="Windows Live" clId="Web-{D3021CBB-70D9-8854-DCC9-ECB8BECBC8CE}" dt="2026-05-18T08:44:44.742" v="928"/>
        <pc:sldMkLst>
          <pc:docMk/>
          <pc:sldMk cId="1231121459" sldId="2610"/>
        </pc:sldMkLst>
        <pc:spChg chg="del">
          <ac:chgData name="Julien Neville" userId="4b3851e4815c3988" providerId="Windows Live" clId="Web-{D3021CBB-70D9-8854-DCC9-ECB8BECBC8CE}" dt="2026-05-18T07:45:13.771" v="502"/>
          <ac:spMkLst>
            <pc:docMk/>
            <pc:sldMk cId="1231121459" sldId="2610"/>
            <ac:spMk id="2" creationId="{CD34104E-D4BE-27CA-C0BF-8B5B9DD63A4F}"/>
          </ac:spMkLst>
        </pc:spChg>
        <pc:spChg chg="del mod">
          <ac:chgData name="Julien Neville" userId="4b3851e4815c3988" providerId="Windows Live" clId="Web-{D3021CBB-70D9-8854-DCC9-ECB8BECBC8CE}" dt="2026-05-18T08:38:07.183" v="850"/>
          <ac:spMkLst>
            <pc:docMk/>
            <pc:sldMk cId="1231121459" sldId="2610"/>
            <ac:spMk id="8" creationId="{BD71E657-9155-6BDF-F681-E6C094AAE28E}"/>
          </ac:spMkLst>
        </pc:spChg>
        <pc:spChg chg="add del mod">
          <ac:chgData name="Julien Neville" userId="4b3851e4815c3988" providerId="Windows Live" clId="Web-{D3021CBB-70D9-8854-DCC9-ECB8BECBC8CE}" dt="2026-05-18T08:40:28.224" v="881"/>
          <ac:spMkLst>
            <pc:docMk/>
            <pc:sldMk cId="1231121459" sldId="2610"/>
            <ac:spMk id="12" creationId="{EBF0D57D-C4C1-E110-4D3E-58F04D43DE0E}"/>
          </ac:spMkLst>
        </pc:spChg>
        <pc:spChg chg="add mod">
          <ac:chgData name="Julien Neville" userId="4b3851e4815c3988" providerId="Windows Live" clId="Web-{D3021CBB-70D9-8854-DCC9-ECB8BECBC8CE}" dt="2026-05-18T07:48:37.645" v="552" actId="1076"/>
          <ac:spMkLst>
            <pc:docMk/>
            <pc:sldMk cId="1231121459" sldId="2610"/>
            <ac:spMk id="13" creationId="{1D8C31BB-98A7-4CAC-EDB7-8EF356C2F17A}"/>
          </ac:spMkLst>
        </pc:spChg>
        <pc:picChg chg="del mod">
          <ac:chgData name="Julien Neville" userId="4b3851e4815c3988" providerId="Windows Live" clId="Web-{D3021CBB-70D9-8854-DCC9-ECB8BECBC8CE}" dt="2026-05-18T08:43:39.925" v="920"/>
          <ac:picMkLst>
            <pc:docMk/>
            <pc:sldMk cId="1231121459" sldId="2610"/>
            <ac:picMk id="3" creationId="{0CE62B5F-2398-3696-4362-0511032DB3F7}"/>
          </ac:picMkLst>
        </pc:picChg>
        <pc:picChg chg="del mod">
          <ac:chgData name="Julien Neville" userId="4b3851e4815c3988" providerId="Windows Live" clId="Web-{D3021CBB-70D9-8854-DCC9-ECB8BECBC8CE}" dt="2026-05-18T08:39:22.689" v="863"/>
          <ac:picMkLst>
            <pc:docMk/>
            <pc:sldMk cId="1231121459" sldId="2610"/>
            <ac:picMk id="7" creationId="{A60372A3-8DC6-C42B-70C4-CE8BC40C7E64}"/>
          </ac:picMkLst>
        </pc:picChg>
      </pc:sldChg>
      <pc:sldChg chg="addSp delSp modSp add replId">
        <pc:chgData name="Julien Neville" userId="4b3851e4815c3988" providerId="Windows Live" clId="Web-{D3021CBB-70D9-8854-DCC9-ECB8BECBC8CE}" dt="2026-05-18T08:44:08.084" v="927" actId="14100"/>
        <pc:sldMkLst>
          <pc:docMk/>
          <pc:sldMk cId="4275662953" sldId="2611"/>
        </pc:sldMkLst>
        <pc:spChg chg="del">
          <ac:chgData name="Julien Neville" userId="4b3851e4815c3988" providerId="Windows Live" clId="Web-{D3021CBB-70D9-8854-DCC9-ECB8BECBC8CE}" dt="2026-05-18T08:34:20.229" v="839"/>
          <ac:spMkLst>
            <pc:docMk/>
            <pc:sldMk cId="4275662953" sldId="2611"/>
            <ac:spMk id="2" creationId="{8F59201A-8968-DF47-6D0D-D4BCD457CA37}"/>
          </ac:spMkLst>
        </pc:spChg>
        <pc:spChg chg="mod">
          <ac:chgData name="Julien Neville" userId="4b3851e4815c3988" providerId="Windows Live" clId="Web-{D3021CBB-70D9-8854-DCC9-ECB8BECBC8CE}" dt="2026-05-18T08:37:34.275" v="847" actId="20577"/>
          <ac:spMkLst>
            <pc:docMk/>
            <pc:sldMk cId="4275662953" sldId="2611"/>
            <ac:spMk id="8" creationId="{3D4F6C63-DE92-54E9-6927-BF22C7F72055}"/>
          </ac:spMkLst>
        </pc:spChg>
        <pc:grpChg chg="del">
          <ac:chgData name="Julien Neville" userId="4b3851e4815c3988" providerId="Windows Live" clId="Web-{D3021CBB-70D9-8854-DCC9-ECB8BECBC8CE}" dt="2026-05-18T08:35:07.077" v="840"/>
          <ac:grpSpMkLst>
            <pc:docMk/>
            <pc:sldMk cId="4275662953" sldId="2611"/>
            <ac:grpSpMk id="16" creationId="{6CFE0D95-7DA7-1526-092C-FEF4A3795021}"/>
          </ac:grpSpMkLst>
        </pc:grpChg>
        <pc:picChg chg="add mod modCrop">
          <ac:chgData name="Julien Neville" userId="4b3851e4815c3988" providerId="Windows Live" clId="Web-{D3021CBB-70D9-8854-DCC9-ECB8BECBC8CE}" dt="2026-05-18T08:44:08.084" v="927" actId="14100"/>
          <ac:picMkLst>
            <pc:docMk/>
            <pc:sldMk cId="4275662953" sldId="2611"/>
            <ac:picMk id="3" creationId="{364E5623-F9E9-C678-356C-C2E043B154F0}"/>
          </ac:picMkLst>
        </pc:picChg>
        <pc:picChg chg="mod">
          <ac:chgData name="Julien Neville" userId="4b3851e4815c3988" providerId="Windows Live" clId="Web-{D3021CBB-70D9-8854-DCC9-ECB8BECBC8CE}" dt="2026-05-18T08:43:56.755" v="926" actId="1076"/>
          <ac:picMkLst>
            <pc:docMk/>
            <pc:sldMk cId="4275662953" sldId="2611"/>
            <ac:picMk id="12" creationId="{C8C5AFFC-3936-E71F-7F37-435F59F1AB24}"/>
          </ac:picMkLst>
        </pc:picChg>
      </pc:sldChg>
      <pc:sldChg chg="addSp delSp modSp add">
        <pc:chgData name="Julien Neville" userId="4b3851e4815c3988" providerId="Windows Live" clId="Web-{D3021CBB-70D9-8854-DCC9-ECB8BECBC8CE}" dt="2026-05-18T09:08:00.279" v="1079"/>
        <pc:sldMkLst>
          <pc:docMk/>
          <pc:sldMk cId="4160099383" sldId="2612"/>
        </pc:sldMkLst>
        <pc:spChg chg="mod">
          <ac:chgData name="Julien Neville" userId="4b3851e4815c3988" providerId="Windows Live" clId="Web-{D3021CBB-70D9-8854-DCC9-ECB8BECBC8CE}" dt="2026-05-18T09:07:41.699" v="1077" actId="20577"/>
          <ac:spMkLst>
            <pc:docMk/>
            <pc:sldMk cId="4160099383" sldId="2612"/>
            <ac:spMk id="4" creationId="{C09654BB-9206-0E71-28B1-24B6C0768AA8}"/>
          </ac:spMkLst>
        </pc:spChg>
        <pc:spChg chg="add del">
          <ac:chgData name="Julien Neville" userId="4b3851e4815c3988" providerId="Windows Live" clId="Web-{D3021CBB-70D9-8854-DCC9-ECB8BECBC8CE}" dt="2026-05-18T09:08:00.279" v="1079"/>
          <ac:spMkLst>
            <pc:docMk/>
            <pc:sldMk cId="4160099383" sldId="2612"/>
            <ac:spMk id="8" creationId="{D600CB25-9B6D-C8E1-54BE-DCF9BF942FF5}"/>
          </ac:spMkLst>
        </pc:spChg>
      </pc:sldChg>
      <pc:sldChg chg="add">
        <pc:chgData name="Julien Neville" userId="4b3851e4815c3988" providerId="Windows Live" clId="Web-{D3021CBB-70D9-8854-DCC9-ECB8BECBC8CE}" dt="2026-05-18T09:04:08.043" v="1052"/>
        <pc:sldMkLst>
          <pc:docMk/>
          <pc:sldMk cId="2270883095" sldId="2613"/>
        </pc:sldMkLst>
      </pc:sldChg>
      <pc:sldChg chg="add">
        <pc:chgData name="Julien Neville" userId="4b3851e4815c3988" providerId="Windows Live" clId="Web-{D3021CBB-70D9-8854-DCC9-ECB8BECBC8CE}" dt="2026-05-18T09:04:24.310" v="1053"/>
        <pc:sldMkLst>
          <pc:docMk/>
          <pc:sldMk cId="3887489601" sldId="2614"/>
        </pc:sldMkLst>
      </pc:sldChg>
      <pc:sldChg chg="modSp add">
        <pc:chgData name="Julien Neville" userId="4b3851e4815c3988" providerId="Windows Live" clId="Web-{D3021CBB-70D9-8854-DCC9-ECB8BECBC8CE}" dt="2026-05-18T09:05:37.096" v="1066" actId="20577"/>
        <pc:sldMkLst>
          <pc:docMk/>
          <pc:sldMk cId="913957487" sldId="2615"/>
        </pc:sldMkLst>
        <pc:spChg chg="mod">
          <ac:chgData name="Julien Neville" userId="4b3851e4815c3988" providerId="Windows Live" clId="Web-{D3021CBB-70D9-8854-DCC9-ECB8BECBC8CE}" dt="2026-05-18T09:05:37.096" v="1066" actId="20577"/>
          <ac:spMkLst>
            <pc:docMk/>
            <pc:sldMk cId="913957487" sldId="2615"/>
            <ac:spMk id="4" creationId="{FF1DD40C-5DB3-9728-8519-DE62CFACCF45}"/>
          </ac:spMkLst>
        </pc:spChg>
      </pc:sldChg>
      <pc:sldChg chg="modSp add">
        <pc:chgData name="Julien Neville" userId="4b3851e4815c3988" providerId="Windows Live" clId="Web-{D3021CBB-70D9-8854-DCC9-ECB8BECBC8CE}" dt="2026-05-18T09:05:43.097" v="1068" actId="20577"/>
        <pc:sldMkLst>
          <pc:docMk/>
          <pc:sldMk cId="335254988" sldId="2616"/>
        </pc:sldMkLst>
        <pc:spChg chg="mod">
          <ac:chgData name="Julien Neville" userId="4b3851e4815c3988" providerId="Windows Live" clId="Web-{D3021CBB-70D9-8854-DCC9-ECB8BECBC8CE}" dt="2026-05-18T09:05:43.097" v="1068" actId="20577"/>
          <ac:spMkLst>
            <pc:docMk/>
            <pc:sldMk cId="335254988" sldId="2616"/>
            <ac:spMk id="4" creationId="{888F8D01-C095-ED5B-8FDC-39059AC7A74A}"/>
          </ac:spMkLst>
        </pc:spChg>
      </pc:sldChg>
      <pc:sldChg chg="modSp add">
        <pc:chgData name="Julien Neville" userId="4b3851e4815c3988" providerId="Windows Live" clId="Web-{D3021CBB-70D9-8854-DCC9-ECB8BECBC8CE}" dt="2026-05-18T09:05:48.675" v="1070" actId="20577"/>
        <pc:sldMkLst>
          <pc:docMk/>
          <pc:sldMk cId="3112091391" sldId="2617"/>
        </pc:sldMkLst>
        <pc:spChg chg="mod">
          <ac:chgData name="Julien Neville" userId="4b3851e4815c3988" providerId="Windows Live" clId="Web-{D3021CBB-70D9-8854-DCC9-ECB8BECBC8CE}" dt="2026-05-18T09:05:48.675" v="1070" actId="20577"/>
          <ac:spMkLst>
            <pc:docMk/>
            <pc:sldMk cId="3112091391" sldId="2617"/>
            <ac:spMk id="4" creationId="{F4E0A081-5F39-13C1-BB6F-1639335C8ABD}"/>
          </ac:spMkLst>
        </pc:spChg>
      </pc:sldChg>
    </pc:docChg>
  </pc:docChgLst>
  <pc:docChgLst>
    <pc:chgData name="Julien Neville" userId="4b3851e4815c3988" providerId="Windows Live" clId="Web-{AC05AB04-2CBD-CCD0-008E-ADB99887B489}"/>
    <pc:docChg chg="modSld">
      <pc:chgData name="Julien Neville" userId="4b3851e4815c3988" providerId="Windows Live" clId="Web-{AC05AB04-2CBD-CCD0-008E-ADB99887B489}" dt="2026-05-18T09:21:06.547" v="27" actId="20577"/>
      <pc:docMkLst>
        <pc:docMk/>
      </pc:docMkLst>
      <pc:sldChg chg="modSp">
        <pc:chgData name="Julien Neville" userId="4b3851e4815c3988" providerId="Windows Live" clId="Web-{AC05AB04-2CBD-CCD0-008E-ADB99887B489}" dt="2026-05-18T09:21:06.547" v="27" actId="20577"/>
        <pc:sldMkLst>
          <pc:docMk/>
          <pc:sldMk cId="1512111707" sldId="2562"/>
        </pc:sldMkLst>
        <pc:spChg chg="mod">
          <ac:chgData name="Julien Neville" userId="4b3851e4815c3988" providerId="Windows Live" clId="Web-{AC05AB04-2CBD-CCD0-008E-ADB99887B489}" dt="2026-05-18T09:21:06.547" v="27" actId="20577"/>
          <ac:spMkLst>
            <pc:docMk/>
            <pc:sldMk cId="1512111707" sldId="2562"/>
            <ac:spMk id="9" creationId="{DF5BE5B7-164E-4E90-83F2-0D14773B9AB0}"/>
          </ac:spMkLst>
        </pc:spChg>
      </pc:sldChg>
      <pc:sldChg chg="modSp">
        <pc:chgData name="Julien Neville" userId="4b3851e4815c3988" providerId="Windows Live" clId="Web-{AC05AB04-2CBD-CCD0-008E-ADB99887B489}" dt="2026-05-18T09:20:19.264" v="16" actId="20577"/>
        <pc:sldMkLst>
          <pc:docMk/>
          <pc:sldMk cId="223631583" sldId="2591"/>
        </pc:sldMkLst>
        <pc:spChg chg="mod">
          <ac:chgData name="Julien Neville" userId="4b3851e4815c3988" providerId="Windows Live" clId="Web-{AC05AB04-2CBD-CCD0-008E-ADB99887B489}" dt="2026-05-18T09:20:19.264" v="16" actId="20577"/>
          <ac:spMkLst>
            <pc:docMk/>
            <pc:sldMk cId="223631583" sldId="2591"/>
            <ac:spMk id="4" creationId="{2B644E96-A79C-04FD-097B-849968BA56A6}"/>
          </ac:spMkLst>
        </pc:spChg>
      </pc:sldChg>
      <pc:sldChg chg="modSp">
        <pc:chgData name="Julien Neville" userId="4b3851e4815c3988" providerId="Windows Live" clId="Web-{AC05AB04-2CBD-CCD0-008E-ADB99887B489}" dt="2026-05-18T09:20:23.733" v="17" actId="20577"/>
        <pc:sldMkLst>
          <pc:docMk/>
          <pc:sldMk cId="4111397854" sldId="2592"/>
        </pc:sldMkLst>
        <pc:spChg chg="mod">
          <ac:chgData name="Julien Neville" userId="4b3851e4815c3988" providerId="Windows Live" clId="Web-{AC05AB04-2CBD-CCD0-008E-ADB99887B489}" dt="2026-05-18T09:20:23.733" v="17" actId="20577"/>
          <ac:spMkLst>
            <pc:docMk/>
            <pc:sldMk cId="4111397854" sldId="2592"/>
            <ac:spMk id="4" creationId="{DD474E75-8169-C8BC-7D58-606F9D8BB082}"/>
          </ac:spMkLst>
        </pc:spChg>
      </pc:sldChg>
      <pc:sldChg chg="modSp">
        <pc:chgData name="Julien Neville" userId="4b3851e4815c3988" providerId="Windows Live" clId="Web-{AC05AB04-2CBD-CCD0-008E-ADB99887B489}" dt="2026-05-18T09:19:58.623" v="10" actId="20577"/>
        <pc:sldMkLst>
          <pc:docMk/>
          <pc:sldMk cId="3709550148" sldId="2593"/>
        </pc:sldMkLst>
        <pc:spChg chg="mod">
          <ac:chgData name="Julien Neville" userId="4b3851e4815c3988" providerId="Windows Live" clId="Web-{AC05AB04-2CBD-CCD0-008E-ADB99887B489}" dt="2026-05-18T09:19:58.623" v="10" actId="20577"/>
          <ac:spMkLst>
            <pc:docMk/>
            <pc:sldMk cId="3709550148" sldId="2593"/>
            <ac:spMk id="4" creationId="{51C5E23A-5422-15E7-0260-0DFED2BFE566}"/>
          </ac:spMkLst>
        </pc:spChg>
      </pc:sldChg>
      <pc:sldChg chg="modSp">
        <pc:chgData name="Julien Neville" userId="4b3851e4815c3988" providerId="Windows Live" clId="Web-{AC05AB04-2CBD-CCD0-008E-ADB99887B489}" dt="2026-05-18T09:20:07.420" v="13" actId="20577"/>
        <pc:sldMkLst>
          <pc:docMk/>
          <pc:sldMk cId="670315000" sldId="2595"/>
        </pc:sldMkLst>
        <pc:spChg chg="mod">
          <ac:chgData name="Julien Neville" userId="4b3851e4815c3988" providerId="Windows Live" clId="Web-{AC05AB04-2CBD-CCD0-008E-ADB99887B489}" dt="2026-05-18T09:20:07.420" v="13" actId="20577"/>
          <ac:spMkLst>
            <pc:docMk/>
            <pc:sldMk cId="670315000" sldId="2595"/>
            <ac:spMk id="4" creationId="{6231F8B9-05E6-16F6-B5EE-8E987035963B}"/>
          </ac:spMkLst>
        </pc:spChg>
      </pc:sldChg>
      <pc:sldChg chg="modSp">
        <pc:chgData name="Julien Neville" userId="4b3851e4815c3988" providerId="Windows Live" clId="Web-{AC05AB04-2CBD-CCD0-008E-ADB99887B489}" dt="2026-05-18T09:20:13.249" v="14" actId="20577"/>
        <pc:sldMkLst>
          <pc:docMk/>
          <pc:sldMk cId="3411756305" sldId="2598"/>
        </pc:sldMkLst>
        <pc:spChg chg="mod">
          <ac:chgData name="Julien Neville" userId="4b3851e4815c3988" providerId="Windows Live" clId="Web-{AC05AB04-2CBD-CCD0-008E-ADB99887B489}" dt="2026-05-18T09:20:13.249" v="14" actId="20577"/>
          <ac:spMkLst>
            <pc:docMk/>
            <pc:sldMk cId="3411756305" sldId="2598"/>
            <ac:spMk id="4" creationId="{B2B7B6F1-C2A3-0DDD-24A0-7C27A15432D7}"/>
          </ac:spMkLst>
        </pc:spChg>
      </pc:sldChg>
      <pc:sldChg chg="modSp">
        <pc:chgData name="Julien Neville" userId="4b3851e4815c3988" providerId="Windows Live" clId="Web-{AC05AB04-2CBD-CCD0-008E-ADB99887B489}" dt="2026-05-18T09:20:15.827" v="15" actId="20577"/>
        <pc:sldMkLst>
          <pc:docMk/>
          <pc:sldMk cId="637588049" sldId="2599"/>
        </pc:sldMkLst>
        <pc:spChg chg="mod">
          <ac:chgData name="Julien Neville" userId="4b3851e4815c3988" providerId="Windows Live" clId="Web-{AC05AB04-2CBD-CCD0-008E-ADB99887B489}" dt="2026-05-18T09:20:15.827" v="15" actId="20577"/>
          <ac:spMkLst>
            <pc:docMk/>
            <pc:sldMk cId="637588049" sldId="2599"/>
            <ac:spMk id="4" creationId="{07E0EC9B-B6FF-5791-D3BC-FB13AAC6CD16}"/>
          </ac:spMkLst>
        </pc:spChg>
      </pc:sldChg>
      <pc:sldChg chg="modSp">
        <pc:chgData name="Julien Neville" userId="4b3851e4815c3988" providerId="Windows Live" clId="Web-{AC05AB04-2CBD-CCD0-008E-ADB99887B489}" dt="2026-05-18T09:20:28.421" v="18" actId="20577"/>
        <pc:sldMkLst>
          <pc:docMk/>
          <pc:sldMk cId="621943982" sldId="2601"/>
        </pc:sldMkLst>
        <pc:spChg chg="mod">
          <ac:chgData name="Julien Neville" userId="4b3851e4815c3988" providerId="Windows Live" clId="Web-{AC05AB04-2CBD-CCD0-008E-ADB99887B489}" dt="2026-05-18T09:20:28.421" v="18" actId="20577"/>
          <ac:spMkLst>
            <pc:docMk/>
            <pc:sldMk cId="621943982" sldId="2601"/>
            <ac:spMk id="4" creationId="{B1EA2C18-F319-5DDF-0602-83201BEA9CDB}"/>
          </ac:spMkLst>
        </pc:spChg>
      </pc:sldChg>
      <pc:sldChg chg="modSp">
        <pc:chgData name="Julien Neville" userId="4b3851e4815c3988" providerId="Windows Live" clId="Web-{AC05AB04-2CBD-CCD0-008E-ADB99887B489}" dt="2026-05-18T09:20:32.515" v="19" actId="20577"/>
        <pc:sldMkLst>
          <pc:docMk/>
          <pc:sldMk cId="2637049040" sldId="2602"/>
        </pc:sldMkLst>
        <pc:spChg chg="mod">
          <ac:chgData name="Julien Neville" userId="4b3851e4815c3988" providerId="Windows Live" clId="Web-{AC05AB04-2CBD-CCD0-008E-ADB99887B489}" dt="2026-05-18T09:20:32.515" v="19" actId="20577"/>
          <ac:spMkLst>
            <pc:docMk/>
            <pc:sldMk cId="2637049040" sldId="2602"/>
            <ac:spMk id="4" creationId="{3D833225-0E98-DE21-C49A-EF78A429A1C2}"/>
          </ac:spMkLst>
        </pc:spChg>
      </pc:sldChg>
      <pc:sldChg chg="modSp">
        <pc:chgData name="Julien Neville" userId="4b3851e4815c3988" providerId="Windows Live" clId="Web-{AC05AB04-2CBD-CCD0-008E-ADB99887B489}" dt="2026-05-18T09:20:36.390" v="20" actId="20577"/>
        <pc:sldMkLst>
          <pc:docMk/>
          <pc:sldMk cId="2427677771" sldId="2603"/>
        </pc:sldMkLst>
        <pc:spChg chg="mod">
          <ac:chgData name="Julien Neville" userId="4b3851e4815c3988" providerId="Windows Live" clId="Web-{AC05AB04-2CBD-CCD0-008E-ADB99887B489}" dt="2026-05-18T09:20:36.390" v="20" actId="20577"/>
          <ac:spMkLst>
            <pc:docMk/>
            <pc:sldMk cId="2427677771" sldId="2603"/>
            <ac:spMk id="4" creationId="{0EF02AA7-FDAE-F5DB-17B7-EBAA6D5E3409}"/>
          </ac:spMkLst>
        </pc:spChg>
      </pc:sldChg>
      <pc:sldChg chg="modSp">
        <pc:chgData name="Julien Neville" userId="4b3851e4815c3988" providerId="Windows Live" clId="Web-{AC05AB04-2CBD-CCD0-008E-ADB99887B489}" dt="2026-05-18T09:20:04.326" v="11" actId="20577"/>
        <pc:sldMkLst>
          <pc:docMk/>
          <pc:sldMk cId="3623621116" sldId="2609"/>
        </pc:sldMkLst>
        <pc:spChg chg="mod">
          <ac:chgData name="Julien Neville" userId="4b3851e4815c3988" providerId="Windows Live" clId="Web-{AC05AB04-2CBD-CCD0-008E-ADB99887B489}" dt="2026-05-18T09:20:04.326" v="11" actId="20577"/>
          <ac:spMkLst>
            <pc:docMk/>
            <pc:sldMk cId="3623621116" sldId="2609"/>
            <ac:spMk id="4" creationId="{568D0D8B-0636-6F11-988E-86572B796D7B}"/>
          </ac:spMkLst>
        </pc:spChg>
      </pc:sldChg>
      <pc:sldChg chg="modSp">
        <pc:chgData name="Julien Neville" userId="4b3851e4815c3988" providerId="Windows Live" clId="Web-{AC05AB04-2CBD-CCD0-008E-ADB99887B489}" dt="2026-05-18T09:20:38.968" v="21" actId="20577"/>
        <pc:sldMkLst>
          <pc:docMk/>
          <pc:sldMk cId="824205289" sldId="2610"/>
        </pc:sldMkLst>
        <pc:spChg chg="mod">
          <ac:chgData name="Julien Neville" userId="4b3851e4815c3988" providerId="Windows Live" clId="Web-{AC05AB04-2CBD-CCD0-008E-ADB99887B489}" dt="2026-05-18T09:20:38.968" v="21" actId="20577"/>
          <ac:spMkLst>
            <pc:docMk/>
            <pc:sldMk cId="824205289" sldId="2610"/>
            <ac:spMk id="4" creationId="{DF2C7684-C8A4-18FA-D275-2A3A7A56B26C}"/>
          </ac:spMkLst>
        </pc:spChg>
      </pc:sldChg>
      <pc:sldChg chg="modSp">
        <pc:chgData name="Julien Neville" userId="4b3851e4815c3988" providerId="Windows Live" clId="Web-{AC05AB04-2CBD-CCD0-008E-ADB99887B489}" dt="2026-05-18T09:19:40.529" v="7" actId="20577"/>
        <pc:sldMkLst>
          <pc:docMk/>
          <pc:sldMk cId="4160099383" sldId="2612"/>
        </pc:sldMkLst>
        <pc:spChg chg="mod">
          <ac:chgData name="Julien Neville" userId="4b3851e4815c3988" providerId="Windows Live" clId="Web-{AC05AB04-2CBD-CCD0-008E-ADB99887B489}" dt="2026-05-18T09:19:40.529" v="7" actId="20577"/>
          <ac:spMkLst>
            <pc:docMk/>
            <pc:sldMk cId="4160099383" sldId="2612"/>
            <ac:spMk id="4" creationId="{C09654BB-9206-0E71-28B1-24B6C0768AA8}"/>
          </ac:spMkLst>
        </pc:spChg>
      </pc:sldChg>
      <pc:sldChg chg="modSp">
        <pc:chgData name="Julien Neville" userId="4b3851e4815c3988" providerId="Windows Live" clId="Web-{AC05AB04-2CBD-CCD0-008E-ADB99887B489}" dt="2026-05-18T09:19:49.060" v="8" actId="20577"/>
        <pc:sldMkLst>
          <pc:docMk/>
          <pc:sldMk cId="2270883095" sldId="2613"/>
        </pc:sldMkLst>
        <pc:spChg chg="mod">
          <ac:chgData name="Julien Neville" userId="4b3851e4815c3988" providerId="Windows Live" clId="Web-{AC05AB04-2CBD-CCD0-008E-ADB99887B489}" dt="2026-05-18T09:19:49.060" v="8" actId="20577"/>
          <ac:spMkLst>
            <pc:docMk/>
            <pc:sldMk cId="2270883095" sldId="2613"/>
            <ac:spMk id="4" creationId="{0025FB67-A05E-2FAD-B8BB-00BCD47F0F18}"/>
          </ac:spMkLst>
        </pc:spChg>
      </pc:sldChg>
      <pc:sldChg chg="modSp">
        <pc:chgData name="Julien Neville" userId="4b3851e4815c3988" providerId="Windows Live" clId="Web-{AC05AB04-2CBD-CCD0-008E-ADB99887B489}" dt="2026-05-18T09:19:51.420" v="9" actId="20577"/>
        <pc:sldMkLst>
          <pc:docMk/>
          <pc:sldMk cId="3887489601" sldId="2614"/>
        </pc:sldMkLst>
        <pc:spChg chg="mod">
          <ac:chgData name="Julien Neville" userId="4b3851e4815c3988" providerId="Windows Live" clId="Web-{AC05AB04-2CBD-CCD0-008E-ADB99887B489}" dt="2026-05-18T09:19:51.420" v="9" actId="20577"/>
          <ac:spMkLst>
            <pc:docMk/>
            <pc:sldMk cId="3887489601" sldId="2614"/>
            <ac:spMk id="4" creationId="{F45833F5-10C0-8BB1-0B17-970BD3438E65}"/>
          </ac:spMkLst>
        </pc:spChg>
      </pc:sldChg>
      <pc:sldChg chg="modSp">
        <pc:chgData name="Julien Neville" userId="4b3851e4815c3988" providerId="Windows Live" clId="Web-{AC05AB04-2CBD-CCD0-008E-ADB99887B489}" dt="2026-05-18T09:20:43.297" v="22" actId="20577"/>
        <pc:sldMkLst>
          <pc:docMk/>
          <pc:sldMk cId="913957487" sldId="2615"/>
        </pc:sldMkLst>
        <pc:spChg chg="mod">
          <ac:chgData name="Julien Neville" userId="4b3851e4815c3988" providerId="Windows Live" clId="Web-{AC05AB04-2CBD-CCD0-008E-ADB99887B489}" dt="2026-05-18T09:20:43.297" v="22" actId="20577"/>
          <ac:spMkLst>
            <pc:docMk/>
            <pc:sldMk cId="913957487" sldId="2615"/>
            <ac:spMk id="4" creationId="{FF1DD40C-5DB3-9728-8519-DE62CFACCF45}"/>
          </ac:spMkLst>
        </pc:spChg>
      </pc:sldChg>
      <pc:sldChg chg="modSp">
        <pc:chgData name="Julien Neville" userId="4b3851e4815c3988" providerId="Windows Live" clId="Web-{AC05AB04-2CBD-CCD0-008E-ADB99887B489}" dt="2026-05-18T09:20:47.562" v="23" actId="20577"/>
        <pc:sldMkLst>
          <pc:docMk/>
          <pc:sldMk cId="335254988" sldId="2616"/>
        </pc:sldMkLst>
        <pc:spChg chg="mod">
          <ac:chgData name="Julien Neville" userId="4b3851e4815c3988" providerId="Windows Live" clId="Web-{AC05AB04-2CBD-CCD0-008E-ADB99887B489}" dt="2026-05-18T09:20:47.562" v="23" actId="20577"/>
          <ac:spMkLst>
            <pc:docMk/>
            <pc:sldMk cId="335254988" sldId="2616"/>
            <ac:spMk id="4" creationId="{888F8D01-C095-ED5B-8FDC-39059AC7A74A}"/>
          </ac:spMkLst>
        </pc:spChg>
      </pc:sldChg>
      <pc:sldChg chg="modSp">
        <pc:chgData name="Julien Neville" userId="4b3851e4815c3988" providerId="Windows Live" clId="Web-{AC05AB04-2CBD-CCD0-008E-ADB99887B489}" dt="2026-05-18T09:20:54.484" v="24" actId="20577"/>
        <pc:sldMkLst>
          <pc:docMk/>
          <pc:sldMk cId="3112091391" sldId="2617"/>
        </pc:sldMkLst>
        <pc:spChg chg="mod">
          <ac:chgData name="Julien Neville" userId="4b3851e4815c3988" providerId="Windows Live" clId="Web-{AC05AB04-2CBD-CCD0-008E-ADB99887B489}" dt="2026-05-18T09:20:54.484" v="24" actId="20577"/>
          <ac:spMkLst>
            <pc:docMk/>
            <pc:sldMk cId="3112091391" sldId="2617"/>
            <ac:spMk id="4" creationId="{F4E0A081-5F39-13C1-BB6F-1639335C8ABD}"/>
          </ac:spMkLst>
        </pc:spChg>
      </pc:sldChg>
    </pc:docChg>
  </pc:docChgLst>
  <pc:docChgLst>
    <pc:chgData name="Julien Neville" userId="4b3851e4815c3988" providerId="Windows Live" clId="Web-{ADDC014E-FAD9-A044-64C1-D7C941239AA7}"/>
    <pc:docChg chg="addSld delSld modSld sldOrd modSection">
      <pc:chgData name="Julien Neville" userId="4b3851e4815c3988" providerId="Windows Live" clId="Web-{ADDC014E-FAD9-A044-64C1-D7C941239AA7}" dt="2026-04-21T21:26:53.785" v="2612"/>
      <pc:docMkLst>
        <pc:docMk/>
      </pc:docMkLst>
      <pc:sldChg chg="addSp delSp modSp">
        <pc:chgData name="Julien Neville" userId="4b3851e4815c3988" providerId="Windows Live" clId="Web-{ADDC014E-FAD9-A044-64C1-D7C941239AA7}" dt="2026-04-21T06:53:57.169" v="157" actId="1076"/>
        <pc:sldMkLst>
          <pc:docMk/>
          <pc:sldMk cId="411045543" sldId="2561"/>
        </pc:sldMkLst>
        <pc:spChg chg="mod">
          <ac:chgData name="Julien Neville" userId="4b3851e4815c3988" providerId="Windows Live" clId="Web-{ADDC014E-FAD9-A044-64C1-D7C941239AA7}" dt="2026-04-21T06:53:57.169" v="157" actId="1076"/>
          <ac:spMkLst>
            <pc:docMk/>
            <pc:sldMk cId="411045543" sldId="2561"/>
            <ac:spMk id="2" creationId="{0E48B0BF-BD46-15F8-D7D0-EFF92B964946}"/>
          </ac:spMkLst>
        </pc:spChg>
        <pc:spChg chg="mod">
          <ac:chgData name="Julien Neville" userId="4b3851e4815c3988" providerId="Windows Live" clId="Web-{ADDC014E-FAD9-A044-64C1-D7C941239AA7}" dt="2026-04-21T06:53:33.575" v="153" actId="14100"/>
          <ac:spMkLst>
            <pc:docMk/>
            <pc:sldMk cId="411045543" sldId="2561"/>
            <ac:spMk id="8" creationId="{BF1D9485-18EC-4E79-8905-769FB007CE35}"/>
          </ac:spMkLst>
        </pc:spChg>
        <pc:picChg chg="add mod">
          <ac:chgData name="Julien Neville" userId="4b3851e4815c3988" providerId="Windows Live" clId="Web-{ADDC014E-FAD9-A044-64C1-D7C941239AA7}" dt="2026-04-21T06:48:18.231" v="38" actId="1076"/>
          <ac:picMkLst>
            <pc:docMk/>
            <pc:sldMk cId="411045543" sldId="2561"/>
            <ac:picMk id="3" creationId="{214A8358-9263-953B-6809-7F30DEC5D1C0}"/>
          </ac:picMkLst>
        </pc:picChg>
      </pc:sldChg>
      <pc:sldChg chg="modSp">
        <pc:chgData name="Julien Neville" userId="4b3851e4815c3988" providerId="Windows Live" clId="Web-{ADDC014E-FAD9-A044-64C1-D7C941239AA7}" dt="2026-04-21T17:45:21.748" v="1685" actId="20577"/>
        <pc:sldMkLst>
          <pc:docMk/>
          <pc:sldMk cId="1512111707" sldId="2562"/>
        </pc:sldMkLst>
        <pc:spChg chg="mod">
          <ac:chgData name="Julien Neville" userId="4b3851e4815c3988" providerId="Windows Live" clId="Web-{ADDC014E-FAD9-A044-64C1-D7C941239AA7}" dt="2026-04-21T17:45:21.748" v="1685" actId="20577"/>
          <ac:spMkLst>
            <pc:docMk/>
            <pc:sldMk cId="1512111707" sldId="2562"/>
            <ac:spMk id="9" creationId="{DF5BE5B7-164E-4E90-83F2-0D14773B9AB0}"/>
          </ac:spMkLst>
        </pc:spChg>
      </pc:sldChg>
      <pc:sldChg chg="addSp delSp modSp">
        <pc:chgData name="Julien Neville" userId="4b3851e4815c3988" providerId="Windows Live" clId="Web-{ADDC014E-FAD9-A044-64C1-D7C941239AA7}" dt="2026-04-21T08:20:52.594" v="1419" actId="20577"/>
        <pc:sldMkLst>
          <pc:docMk/>
          <pc:sldMk cId="1372433958" sldId="2563"/>
        </pc:sldMkLst>
        <pc:spChg chg="mod">
          <ac:chgData name="Julien Neville" userId="4b3851e4815c3988" providerId="Windows Live" clId="Web-{ADDC014E-FAD9-A044-64C1-D7C941239AA7}" dt="2026-04-21T08:20:52.594" v="1419" actId="20577"/>
          <ac:spMkLst>
            <pc:docMk/>
            <pc:sldMk cId="1372433958" sldId="2563"/>
            <ac:spMk id="4" creationId="{4F91EEC6-4210-F07F-B040-2E87B8E2005B}"/>
          </ac:spMkLst>
        </pc:spChg>
        <pc:spChg chg="add mod">
          <ac:chgData name="Julien Neville" userId="4b3851e4815c3988" providerId="Windows Live" clId="Web-{ADDC014E-FAD9-A044-64C1-D7C941239AA7}" dt="2026-04-21T07:19:40.469" v="777" actId="1076"/>
          <ac:spMkLst>
            <pc:docMk/>
            <pc:sldMk cId="1372433958" sldId="2563"/>
            <ac:spMk id="7" creationId="{DD94E325-6CDA-1DE5-4A3C-6DB01ED1B35B}"/>
          </ac:spMkLst>
        </pc:spChg>
        <pc:spChg chg="add mod">
          <ac:chgData name="Julien Neville" userId="4b3851e4815c3988" providerId="Windows Live" clId="Web-{ADDC014E-FAD9-A044-64C1-D7C941239AA7}" dt="2026-04-21T07:23:10.252" v="794" actId="20577"/>
          <ac:spMkLst>
            <pc:docMk/>
            <pc:sldMk cId="1372433958" sldId="2563"/>
            <ac:spMk id="16" creationId="{B624F686-0C08-47E1-A74A-0E193E2C034E}"/>
          </ac:spMkLst>
        </pc:spChg>
        <pc:picChg chg="add mod">
          <ac:chgData name="Julien Neville" userId="4b3851e4815c3988" providerId="Windows Live" clId="Web-{ADDC014E-FAD9-A044-64C1-D7C941239AA7}" dt="2026-04-21T07:19:36.453" v="776" actId="14100"/>
          <ac:picMkLst>
            <pc:docMk/>
            <pc:sldMk cId="1372433958" sldId="2563"/>
            <ac:picMk id="9" creationId="{02623CA2-EE9D-2FE7-5D7B-C6AF9EF8B40C}"/>
          </ac:picMkLst>
        </pc:picChg>
        <pc:cxnChg chg="add mod">
          <ac:chgData name="Julien Neville" userId="4b3851e4815c3988" providerId="Windows Live" clId="Web-{ADDC014E-FAD9-A044-64C1-D7C941239AA7}" dt="2026-04-21T06:57:15.097" v="178" actId="1076"/>
          <ac:cxnSpMkLst>
            <pc:docMk/>
            <pc:sldMk cId="1372433958" sldId="2563"/>
            <ac:cxnSpMk id="10" creationId="{8AD01B89-BB0C-AC30-0019-03F515C16B3D}"/>
          </ac:cxnSpMkLst>
        </pc:cxnChg>
      </pc:sldChg>
      <pc:sldChg chg="addSp delSp modSp add replId">
        <pc:chgData name="Julien Neville" userId="4b3851e4815c3988" providerId="Windows Live" clId="Web-{ADDC014E-FAD9-A044-64C1-D7C941239AA7}" dt="2026-04-21T08:10:40.130" v="1287" actId="20577"/>
        <pc:sldMkLst>
          <pc:docMk/>
          <pc:sldMk cId="1722368262" sldId="2584"/>
        </pc:sldMkLst>
        <pc:spChg chg="mod">
          <ac:chgData name="Julien Neville" userId="4b3851e4815c3988" providerId="Windows Live" clId="Web-{ADDC014E-FAD9-A044-64C1-D7C941239AA7}" dt="2026-04-21T08:10:40.130" v="1287" actId="20577"/>
          <ac:spMkLst>
            <pc:docMk/>
            <pc:sldMk cId="1722368262" sldId="2584"/>
            <ac:spMk id="4" creationId="{E2E2F5CC-D2B4-FBAE-484D-68A8B68C65B3}"/>
          </ac:spMkLst>
        </pc:spChg>
        <pc:spChg chg="mod">
          <ac:chgData name="Julien Neville" userId="4b3851e4815c3988" providerId="Windows Live" clId="Web-{ADDC014E-FAD9-A044-64C1-D7C941239AA7}" dt="2026-04-21T07:31:24.084" v="896" actId="1076"/>
          <ac:spMkLst>
            <pc:docMk/>
            <pc:sldMk cId="1722368262" sldId="2584"/>
            <ac:spMk id="7" creationId="{DAC19018-AE29-BA8F-0F4C-77CF21672159}"/>
          </ac:spMkLst>
        </pc:spChg>
        <pc:spChg chg="add mod ord">
          <ac:chgData name="Julien Neville" userId="4b3851e4815c3988" providerId="Windows Live" clId="Web-{ADDC014E-FAD9-A044-64C1-D7C941239AA7}" dt="2026-04-21T07:52:29.182" v="1103" actId="1076"/>
          <ac:spMkLst>
            <pc:docMk/>
            <pc:sldMk cId="1722368262" sldId="2584"/>
            <ac:spMk id="11" creationId="{5E72C687-7B86-5601-0D02-5518366F3EA8}"/>
          </ac:spMkLst>
        </pc:spChg>
        <pc:spChg chg="add mod ord">
          <ac:chgData name="Julien Neville" userId="4b3851e4815c3988" providerId="Windows Live" clId="Web-{ADDC014E-FAD9-A044-64C1-D7C941239AA7}" dt="2026-04-21T07:52:29.166" v="1101" actId="1076"/>
          <ac:spMkLst>
            <pc:docMk/>
            <pc:sldMk cId="1722368262" sldId="2584"/>
            <ac:spMk id="12" creationId="{130E452D-75D2-10BE-AAB7-6A08DFC51386}"/>
          </ac:spMkLst>
        </pc:spChg>
        <pc:spChg chg="add mod">
          <ac:chgData name="Julien Neville" userId="4b3851e4815c3988" providerId="Windows Live" clId="Web-{ADDC014E-FAD9-A044-64C1-D7C941239AA7}" dt="2026-04-21T07:52:29.151" v="1100" actId="1076"/>
          <ac:spMkLst>
            <pc:docMk/>
            <pc:sldMk cId="1722368262" sldId="2584"/>
            <ac:spMk id="13" creationId="{14EE2CF4-7E56-EA18-4A07-6BF6F2453FE5}"/>
          </ac:spMkLst>
        </pc:spChg>
        <pc:spChg chg="add mod">
          <ac:chgData name="Julien Neville" userId="4b3851e4815c3988" providerId="Windows Live" clId="Web-{ADDC014E-FAD9-A044-64C1-D7C941239AA7}" dt="2026-04-21T07:52:56.029" v="1108" actId="1076"/>
          <ac:spMkLst>
            <pc:docMk/>
            <pc:sldMk cId="1722368262" sldId="2584"/>
            <ac:spMk id="14" creationId="{CE2ACEDC-0B82-DAF4-D47A-E83B3E58F1FA}"/>
          </ac:spMkLst>
        </pc:spChg>
        <pc:spChg chg="add mod">
          <ac:chgData name="Julien Neville" userId="4b3851e4815c3988" providerId="Windows Live" clId="Web-{ADDC014E-FAD9-A044-64C1-D7C941239AA7}" dt="2026-04-21T07:53:11.109" v="1109" actId="1076"/>
          <ac:spMkLst>
            <pc:docMk/>
            <pc:sldMk cId="1722368262" sldId="2584"/>
            <ac:spMk id="15" creationId="{7F9203EB-BBDE-8A1D-688F-06A31F20FEBA}"/>
          </ac:spMkLst>
        </pc:spChg>
        <pc:picChg chg="add mod">
          <ac:chgData name="Julien Neville" userId="4b3851e4815c3988" providerId="Windows Live" clId="Web-{ADDC014E-FAD9-A044-64C1-D7C941239AA7}" dt="2026-04-21T07:31:47.413" v="900" actId="14100"/>
          <ac:picMkLst>
            <pc:docMk/>
            <pc:sldMk cId="1722368262" sldId="2584"/>
            <ac:picMk id="2" creationId="{E9EFEB94-AFFA-FE88-60CF-DA209EDF4B68}"/>
          </ac:picMkLst>
        </pc:picChg>
        <pc:picChg chg="mod">
          <ac:chgData name="Julien Neville" userId="4b3851e4815c3988" providerId="Windows Live" clId="Web-{ADDC014E-FAD9-A044-64C1-D7C941239AA7}" dt="2026-04-21T07:52:18.446" v="1099" actId="1076"/>
          <ac:picMkLst>
            <pc:docMk/>
            <pc:sldMk cId="1722368262" sldId="2584"/>
            <ac:picMk id="6" creationId="{8614BFBA-2878-916C-35FD-468D8A6785A4}"/>
          </ac:picMkLst>
        </pc:picChg>
        <pc:picChg chg="mod">
          <ac:chgData name="Julien Neville" userId="4b3851e4815c3988" providerId="Windows Live" clId="Web-{ADDC014E-FAD9-A044-64C1-D7C941239AA7}" dt="2026-04-21T07:31:24.084" v="897" actId="1076"/>
          <ac:picMkLst>
            <pc:docMk/>
            <pc:sldMk cId="1722368262" sldId="2584"/>
            <ac:picMk id="9" creationId="{1A75C140-E56E-4499-C314-7B114A599FD7}"/>
          </ac:picMkLst>
        </pc:picChg>
        <pc:cxnChg chg="mod">
          <ac:chgData name="Julien Neville" userId="4b3851e4815c3988" providerId="Windows Live" clId="Web-{ADDC014E-FAD9-A044-64C1-D7C941239AA7}" dt="2026-04-21T07:52:18.446" v="1097" actId="1076"/>
          <ac:cxnSpMkLst>
            <pc:docMk/>
            <pc:sldMk cId="1722368262" sldId="2584"/>
            <ac:cxnSpMk id="10" creationId="{C5AAA0B4-0A81-8250-0DCB-1C0D993F2782}"/>
          </ac:cxnSpMkLst>
        </pc:cxnChg>
        <pc:cxnChg chg="add mod">
          <ac:chgData name="Julien Neville" userId="4b3851e4815c3988" providerId="Windows Live" clId="Web-{ADDC014E-FAD9-A044-64C1-D7C941239AA7}" dt="2026-04-21T07:52:29.166" v="1102" actId="1076"/>
          <ac:cxnSpMkLst>
            <pc:docMk/>
            <pc:sldMk cId="1722368262" sldId="2584"/>
            <ac:cxnSpMk id="21" creationId="{7CB5B676-E24A-A570-1A92-F01352E2EE58}"/>
          </ac:cxnSpMkLst>
        </pc:cxnChg>
        <pc:cxnChg chg="add mod">
          <ac:chgData name="Julien Neville" userId="4b3851e4815c3988" providerId="Windows Live" clId="Web-{ADDC014E-FAD9-A044-64C1-D7C941239AA7}" dt="2026-04-21T07:52:29.182" v="1104" actId="1076"/>
          <ac:cxnSpMkLst>
            <pc:docMk/>
            <pc:sldMk cId="1722368262" sldId="2584"/>
            <ac:cxnSpMk id="22" creationId="{3E35B108-618A-D734-E7BE-A9E8B0818C2E}"/>
          </ac:cxnSpMkLst>
        </pc:cxnChg>
        <pc:cxnChg chg="add mod">
          <ac:chgData name="Julien Neville" userId="4b3851e4815c3988" providerId="Windows Live" clId="Web-{ADDC014E-FAD9-A044-64C1-D7C941239AA7}" dt="2026-04-21T07:54:58.198" v="1116" actId="14100"/>
          <ac:cxnSpMkLst>
            <pc:docMk/>
            <pc:sldMk cId="1722368262" sldId="2584"/>
            <ac:cxnSpMk id="24" creationId="{A30C940A-E49C-EB00-02D1-C0267DC75E5A}"/>
          </ac:cxnSpMkLst>
        </pc:cxnChg>
        <pc:cxnChg chg="add mod">
          <ac:chgData name="Julien Neville" userId="4b3851e4815c3988" providerId="Windows Live" clId="Web-{ADDC014E-FAD9-A044-64C1-D7C941239AA7}" dt="2026-04-21T07:55:18.169" v="1119" actId="14100"/>
          <ac:cxnSpMkLst>
            <pc:docMk/>
            <pc:sldMk cId="1722368262" sldId="2584"/>
            <ac:cxnSpMk id="25" creationId="{9C95D9A7-4855-A3F7-F515-DC5E35B5D45D}"/>
          </ac:cxnSpMkLst>
        </pc:cxnChg>
      </pc:sldChg>
      <pc:sldChg chg="addSp delSp modSp add replId">
        <pc:chgData name="Julien Neville" userId="4b3851e4815c3988" providerId="Windows Live" clId="Web-{ADDC014E-FAD9-A044-64C1-D7C941239AA7}" dt="2026-04-21T21:07:33.715" v="2495" actId="1076"/>
        <pc:sldMkLst>
          <pc:docMk/>
          <pc:sldMk cId="2022945352" sldId="2585"/>
        </pc:sldMkLst>
        <pc:spChg chg="mod">
          <ac:chgData name="Julien Neville" userId="4b3851e4815c3988" providerId="Windows Live" clId="Web-{ADDC014E-FAD9-A044-64C1-D7C941239AA7}" dt="2026-04-21T08:10:47.240" v="1290" actId="20577"/>
          <ac:spMkLst>
            <pc:docMk/>
            <pc:sldMk cId="2022945352" sldId="2585"/>
            <ac:spMk id="4" creationId="{97D20982-7398-3447-8681-550D68969E79}"/>
          </ac:spMkLst>
        </pc:spChg>
        <pc:picChg chg="add del mod">
          <ac:chgData name="Julien Neville" userId="4b3851e4815c3988" providerId="Windows Live" clId="Web-{ADDC014E-FAD9-A044-64C1-D7C941239AA7}" dt="2026-04-21T07:59:04.371" v="1169" actId="1076"/>
          <ac:picMkLst>
            <pc:docMk/>
            <pc:sldMk cId="2022945352" sldId="2585"/>
            <ac:picMk id="6" creationId="{7D8C6B9F-06A2-561A-513E-2F2050CA68E7}"/>
          </ac:picMkLst>
        </pc:picChg>
        <pc:picChg chg="mod">
          <ac:chgData name="Julien Neville" userId="4b3851e4815c3988" providerId="Windows Live" clId="Web-{ADDC014E-FAD9-A044-64C1-D7C941239AA7}" dt="2026-04-21T21:07:33.715" v="2495" actId="1076"/>
          <ac:picMkLst>
            <pc:docMk/>
            <pc:sldMk cId="2022945352" sldId="2585"/>
            <ac:picMk id="9" creationId="{245C3E69-19A8-A06D-780B-E71AEAAE43D1}"/>
          </ac:picMkLst>
        </pc:picChg>
        <pc:picChg chg="add mod">
          <ac:chgData name="Julien Neville" userId="4b3851e4815c3988" providerId="Windows Live" clId="Web-{ADDC014E-FAD9-A044-64C1-D7C941239AA7}" dt="2026-04-21T21:07:13.324" v="2494" actId="1076"/>
          <ac:picMkLst>
            <pc:docMk/>
            <pc:sldMk cId="2022945352" sldId="2585"/>
            <ac:picMk id="16" creationId="{6777C89F-4853-23D2-7241-3B5213B88C48}"/>
          </ac:picMkLst>
        </pc:picChg>
      </pc:sldChg>
      <pc:sldChg chg="modSp add replId">
        <pc:chgData name="Julien Neville" userId="4b3851e4815c3988" providerId="Windows Live" clId="Web-{ADDC014E-FAD9-A044-64C1-D7C941239AA7}" dt="2026-04-21T08:17:50.678" v="1378" actId="20577"/>
        <pc:sldMkLst>
          <pc:docMk/>
          <pc:sldMk cId="223631583" sldId="2591"/>
        </pc:sldMkLst>
        <pc:spChg chg="mod">
          <ac:chgData name="Julien Neville" userId="4b3851e4815c3988" providerId="Windows Live" clId="Web-{ADDC014E-FAD9-A044-64C1-D7C941239AA7}" dt="2026-04-21T08:17:50.678" v="1378" actId="20577"/>
          <ac:spMkLst>
            <pc:docMk/>
            <pc:sldMk cId="223631583" sldId="2591"/>
            <ac:spMk id="4" creationId="{2B644E96-A79C-04FD-097B-849968BA56A6}"/>
          </ac:spMkLst>
        </pc:spChg>
      </pc:sldChg>
      <pc:sldChg chg="modSp add replId">
        <pc:chgData name="Julien Neville" userId="4b3851e4815c3988" providerId="Windows Live" clId="Web-{ADDC014E-FAD9-A044-64C1-D7C941239AA7}" dt="2026-04-21T08:18:06.272" v="1389" actId="20577"/>
        <pc:sldMkLst>
          <pc:docMk/>
          <pc:sldMk cId="4111397854" sldId="2592"/>
        </pc:sldMkLst>
        <pc:spChg chg="mod">
          <ac:chgData name="Julien Neville" userId="4b3851e4815c3988" providerId="Windows Live" clId="Web-{ADDC014E-FAD9-A044-64C1-D7C941239AA7}" dt="2026-04-21T08:18:06.272" v="1389" actId="20577"/>
          <ac:spMkLst>
            <pc:docMk/>
            <pc:sldMk cId="4111397854" sldId="2592"/>
            <ac:spMk id="4" creationId="{DD474E75-8169-C8BC-7D58-606F9D8BB082}"/>
          </ac:spMkLst>
        </pc:spChg>
      </pc:sldChg>
      <pc:sldChg chg="modSp add replId">
        <pc:chgData name="Julien Neville" userId="4b3851e4815c3988" providerId="Windows Live" clId="Web-{ADDC014E-FAD9-A044-64C1-D7C941239AA7}" dt="2026-04-21T08:18:22.477" v="1407" actId="20577"/>
        <pc:sldMkLst>
          <pc:docMk/>
          <pc:sldMk cId="3709550148" sldId="2593"/>
        </pc:sldMkLst>
        <pc:spChg chg="mod">
          <ac:chgData name="Julien Neville" userId="4b3851e4815c3988" providerId="Windows Live" clId="Web-{ADDC014E-FAD9-A044-64C1-D7C941239AA7}" dt="2026-04-21T08:18:22.477" v="1407" actId="20577"/>
          <ac:spMkLst>
            <pc:docMk/>
            <pc:sldMk cId="3709550148" sldId="2593"/>
            <ac:spMk id="4" creationId="{51C5E23A-5422-15E7-0260-0DFED2BFE566}"/>
          </ac:spMkLst>
        </pc:spChg>
      </pc:sldChg>
      <pc:sldChg chg="addSp delSp modSp add replId">
        <pc:chgData name="Julien Neville" userId="4b3851e4815c3988" providerId="Windows Live" clId="Web-{ADDC014E-FAD9-A044-64C1-D7C941239AA7}" dt="2026-04-21T20:22:54.037" v="2027" actId="20577"/>
        <pc:sldMkLst>
          <pc:docMk/>
          <pc:sldMk cId="670315000" sldId="2595"/>
        </pc:sldMkLst>
        <pc:spChg chg="mod">
          <ac:chgData name="Julien Neville" userId="4b3851e4815c3988" providerId="Windows Live" clId="Web-{ADDC014E-FAD9-A044-64C1-D7C941239AA7}" dt="2026-04-21T20:22:54.037" v="2027" actId="20577"/>
          <ac:spMkLst>
            <pc:docMk/>
            <pc:sldMk cId="670315000" sldId="2595"/>
            <ac:spMk id="8" creationId="{42CA8108-8F14-58EA-9ABA-1AA3CE798C21}"/>
          </ac:spMkLst>
        </pc:spChg>
        <pc:picChg chg="add mod">
          <ac:chgData name="Julien Neville" userId="4b3851e4815c3988" providerId="Windows Live" clId="Web-{ADDC014E-FAD9-A044-64C1-D7C941239AA7}" dt="2026-04-21T20:22:37.958" v="2025" actId="1076"/>
          <ac:picMkLst>
            <pc:docMk/>
            <pc:sldMk cId="670315000" sldId="2595"/>
            <ac:picMk id="2" creationId="{9BCE2DF8-93D2-2536-C2F5-C45D1D9470A5}"/>
          </ac:picMkLst>
        </pc:picChg>
      </pc:sldChg>
      <pc:sldChg chg="addSp delSp modSp add replId">
        <pc:chgData name="Julien Neville" userId="4b3851e4815c3988" providerId="Windows Live" clId="Web-{ADDC014E-FAD9-A044-64C1-D7C941239AA7}" dt="2026-04-21T20:23:20.506" v="2033" actId="20577"/>
        <pc:sldMkLst>
          <pc:docMk/>
          <pc:sldMk cId="2979223343" sldId="2596"/>
        </pc:sldMkLst>
        <pc:spChg chg="mod">
          <ac:chgData name="Julien Neville" userId="4b3851e4815c3988" providerId="Windows Live" clId="Web-{ADDC014E-FAD9-A044-64C1-D7C941239AA7}" dt="2026-04-21T20:23:20.506" v="2033" actId="20577"/>
          <ac:spMkLst>
            <pc:docMk/>
            <pc:sldMk cId="2979223343" sldId="2596"/>
            <ac:spMk id="8" creationId="{AA0754DE-8A33-6665-E11B-427034C91333}"/>
          </ac:spMkLst>
        </pc:spChg>
        <pc:picChg chg="add mod">
          <ac:chgData name="Julien Neville" userId="4b3851e4815c3988" providerId="Windows Live" clId="Web-{ADDC014E-FAD9-A044-64C1-D7C941239AA7}" dt="2026-04-21T20:23:17.334" v="2031" actId="1076"/>
          <ac:picMkLst>
            <pc:docMk/>
            <pc:sldMk cId="2979223343" sldId="2596"/>
            <ac:picMk id="3" creationId="{E4C64BEC-7CCD-323A-5EC1-6F02C0562F49}"/>
          </ac:picMkLst>
        </pc:picChg>
      </pc:sldChg>
      <pc:sldChg chg="addSp delSp modSp add replId">
        <pc:chgData name="Julien Neville" userId="4b3851e4815c3988" providerId="Windows Live" clId="Web-{ADDC014E-FAD9-A044-64C1-D7C941239AA7}" dt="2026-04-21T21:13:42.175" v="2531"/>
        <pc:sldMkLst>
          <pc:docMk/>
          <pc:sldMk cId="3411756305" sldId="2598"/>
        </pc:sldMkLst>
        <pc:spChg chg="add mod">
          <ac:chgData name="Julien Neville" userId="4b3851e4815c3988" providerId="Windows Live" clId="Web-{ADDC014E-FAD9-A044-64C1-D7C941239AA7}" dt="2026-04-21T21:13:36.675" v="2527" actId="20577"/>
          <ac:spMkLst>
            <pc:docMk/>
            <pc:sldMk cId="3411756305" sldId="2598"/>
            <ac:spMk id="17" creationId="{D2593849-44AF-1253-3C8C-1A8FC0460711}"/>
          </ac:spMkLst>
        </pc:spChg>
        <pc:spChg chg="add mod">
          <ac:chgData name="Julien Neville" userId="4b3851e4815c3988" providerId="Windows Live" clId="Web-{ADDC014E-FAD9-A044-64C1-D7C941239AA7}" dt="2026-04-21T21:13:39.144" v="2530" actId="20577"/>
          <ac:spMkLst>
            <pc:docMk/>
            <pc:sldMk cId="3411756305" sldId="2598"/>
            <ac:spMk id="18" creationId="{01E44A4E-B484-5F5C-5B3B-50AB3A58703D}"/>
          </ac:spMkLst>
        </pc:spChg>
        <pc:spChg chg="add mod">
          <ac:chgData name="Julien Neville" userId="4b3851e4815c3988" providerId="Windows Live" clId="Web-{ADDC014E-FAD9-A044-64C1-D7C941239AA7}" dt="2026-04-21T21:06:18.792" v="2488"/>
          <ac:spMkLst>
            <pc:docMk/>
            <pc:sldMk cId="3411756305" sldId="2598"/>
            <ac:spMk id="20" creationId="{F21561DA-77BB-97B2-7B3F-38A3E598A303}"/>
          </ac:spMkLst>
        </pc:spChg>
      </pc:sldChg>
      <pc:sldChg chg="addSp delSp modSp add replId">
        <pc:chgData name="Julien Neville" userId="4b3851e4815c3988" providerId="Windows Live" clId="Web-{ADDC014E-FAD9-A044-64C1-D7C941239AA7}" dt="2026-04-21T21:26:53.785" v="2612"/>
        <pc:sldMkLst>
          <pc:docMk/>
          <pc:sldMk cId="637588049" sldId="2599"/>
        </pc:sldMkLst>
        <pc:spChg chg="add mod">
          <ac:chgData name="Julien Neville" userId="4b3851e4815c3988" providerId="Windows Live" clId="Web-{ADDC014E-FAD9-A044-64C1-D7C941239AA7}" dt="2026-04-21T21:22:53.951" v="2593" actId="20577"/>
          <ac:spMkLst>
            <pc:docMk/>
            <pc:sldMk cId="637588049" sldId="2599"/>
            <ac:spMk id="14" creationId="{67C3E6AE-B049-F023-86DE-EFCEBD3CB63C}"/>
          </ac:spMkLst>
        </pc:spChg>
        <pc:spChg chg="mod">
          <ac:chgData name="Julien Neville" userId="4b3851e4815c3988" providerId="Windows Live" clId="Web-{ADDC014E-FAD9-A044-64C1-D7C941239AA7}" dt="2026-04-21T21:24:42.189" v="2599" actId="20577"/>
          <ac:spMkLst>
            <pc:docMk/>
            <pc:sldMk cId="637588049" sldId="2599"/>
            <ac:spMk id="17" creationId="{2BAA9A01-FA11-BF31-3437-D8C477FE6BBD}"/>
          </ac:spMkLst>
        </pc:spChg>
        <pc:picChg chg="add mod">
          <ac:chgData name="Julien Neville" userId="4b3851e4815c3988" providerId="Windows Live" clId="Web-{ADDC014E-FAD9-A044-64C1-D7C941239AA7}" dt="2026-04-21T21:13:56.222" v="2533" actId="1076"/>
          <ac:picMkLst>
            <pc:docMk/>
            <pc:sldMk cId="637588049" sldId="2599"/>
            <ac:picMk id="2" creationId="{7C415E28-EBDF-D438-44DE-5A8EDB97A4C7}"/>
          </ac:picMkLst>
        </pc:picChg>
        <pc:picChg chg="mod">
          <ac:chgData name="Julien Neville" userId="4b3851e4815c3988" providerId="Windows Live" clId="Web-{ADDC014E-FAD9-A044-64C1-D7C941239AA7}" dt="2026-04-21T21:13:53.644" v="2532" actId="1076"/>
          <ac:picMkLst>
            <pc:docMk/>
            <pc:sldMk cId="637588049" sldId="2599"/>
            <ac:picMk id="21" creationId="{F4EB8C45-11CC-5243-9821-6797D437FAC4}"/>
          </ac:picMkLst>
        </pc:picChg>
        <pc:cxnChg chg="add mod">
          <ac:chgData name="Julien Neville" userId="4b3851e4815c3988" providerId="Windows Live" clId="Web-{ADDC014E-FAD9-A044-64C1-D7C941239AA7}" dt="2026-04-21T21:25:43.659" v="2605" actId="1076"/>
          <ac:cxnSpMkLst>
            <pc:docMk/>
            <pc:sldMk cId="637588049" sldId="2599"/>
            <ac:cxnSpMk id="9" creationId="{BA1C55FE-04F2-ABE0-8D64-05C8257144D5}"/>
          </ac:cxnSpMkLst>
        </pc:cxnChg>
        <pc:cxnChg chg="add mod">
          <ac:chgData name="Julien Neville" userId="4b3851e4815c3988" providerId="Windows Live" clId="Web-{ADDC014E-FAD9-A044-64C1-D7C941239AA7}" dt="2026-04-21T21:23:17.952" v="2595"/>
          <ac:cxnSpMkLst>
            <pc:docMk/>
            <pc:sldMk cId="637588049" sldId="2599"/>
            <ac:cxnSpMk id="12" creationId="{2B2E56A1-1C69-FC71-D039-98549BA0E4C3}"/>
          </ac:cxnSpMkLst>
        </pc:cxnChg>
        <pc:cxnChg chg="add mod">
          <ac:chgData name="Julien Neville" userId="4b3851e4815c3988" providerId="Windows Live" clId="Web-{ADDC014E-FAD9-A044-64C1-D7C941239AA7}" dt="2026-04-21T21:23:24.249" v="2596"/>
          <ac:cxnSpMkLst>
            <pc:docMk/>
            <pc:sldMk cId="637588049" sldId="2599"/>
            <ac:cxnSpMk id="13" creationId="{084CBF6B-D0FB-7835-69EB-5014629427A3}"/>
          </ac:cxnSpMkLst>
        </pc:cxnChg>
        <pc:cxnChg chg="add mod">
          <ac:chgData name="Julien Neville" userId="4b3851e4815c3988" providerId="Windows Live" clId="Web-{ADDC014E-FAD9-A044-64C1-D7C941239AA7}" dt="2026-04-21T21:26:25.816" v="2609"/>
          <ac:cxnSpMkLst>
            <pc:docMk/>
            <pc:sldMk cId="637588049" sldId="2599"/>
            <ac:cxnSpMk id="15" creationId="{E13080DA-00A3-F706-494F-37B6ADA48EDC}"/>
          </ac:cxnSpMkLst>
        </pc:cxnChg>
        <pc:cxnChg chg="add mod">
          <ac:chgData name="Julien Neville" userId="4b3851e4815c3988" providerId="Windows Live" clId="Web-{ADDC014E-FAD9-A044-64C1-D7C941239AA7}" dt="2026-04-21T21:26:53.785" v="2612"/>
          <ac:cxnSpMkLst>
            <pc:docMk/>
            <pc:sldMk cId="637588049" sldId="2599"/>
            <ac:cxnSpMk id="16" creationId="{447817B8-3660-06B5-61C0-CD010FE723E1}"/>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49BC497A-DAB9-9A87-E744-862AAD0BE4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fr-FR"/>
              <a:t>Projet Prédictelec - Georges Cardenas, Julien Neville, Caroline Nony</a:t>
            </a:r>
          </a:p>
        </p:txBody>
      </p:sp>
      <p:sp>
        <p:nvSpPr>
          <p:cNvPr id="3" name="Espace réservé de la date 2">
            <a:extLst>
              <a:ext uri="{FF2B5EF4-FFF2-40B4-BE49-F238E27FC236}">
                <a16:creationId xmlns:a16="http://schemas.microsoft.com/office/drawing/2014/main" id="{CE42A7E0-93AB-62D5-35A5-BD2754B169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9E21201-015D-4E4A-9FBE-BC016D062CDA}" type="datetimeFigureOut">
              <a:rPr lang="fr-FR" smtClean="0"/>
              <a:t>18/05/2026</a:t>
            </a:fld>
            <a:endParaRPr lang="fr-FR"/>
          </a:p>
        </p:txBody>
      </p:sp>
      <p:sp>
        <p:nvSpPr>
          <p:cNvPr id="4" name="Espace réservé du pied de page 3">
            <a:extLst>
              <a:ext uri="{FF2B5EF4-FFF2-40B4-BE49-F238E27FC236}">
                <a16:creationId xmlns:a16="http://schemas.microsoft.com/office/drawing/2014/main" id="{32FCF558-D9E4-AC37-C801-6202F12E3B8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CA617983-4E4C-4591-6F8C-0AF74E60F9F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587E40-C1F6-4327-9454-90D80CDA40EE}" type="slidenum">
              <a:rPr lang="fr-FR" smtClean="0"/>
              <a:t>‹N°›</a:t>
            </a:fld>
            <a:endParaRPr lang="fr-FR"/>
          </a:p>
        </p:txBody>
      </p:sp>
    </p:spTree>
    <p:extLst>
      <p:ext uri="{BB962C8B-B14F-4D97-AF65-F5344CB8AC3E}">
        <p14:creationId xmlns:p14="http://schemas.microsoft.com/office/powerpoint/2010/main" val="182847078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fr-FR"/>
              <a:t>Projet Prédictelec - Georges Cardenas, Julien Neville, Caroline Nony</a:t>
            </a: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68BB1-1C32-4780-813E-AE733B597066}" type="datetimeFigureOut">
              <a:rPr lang="fr-FR" smtClean="0"/>
              <a:t>18/05/2026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1CB571-C6FB-438C-88CE-5E7D01550A4E}" type="slidenum">
              <a:rPr lang="fr-FR" smtClean="0"/>
              <a:t>‹N°›</a:t>
            </a:fld>
            <a:endParaRPr lang="fr-FR"/>
          </a:p>
        </p:txBody>
      </p:sp>
    </p:spTree>
    <p:extLst>
      <p:ext uri="{BB962C8B-B14F-4D97-AF65-F5344CB8AC3E}">
        <p14:creationId xmlns:p14="http://schemas.microsoft.com/office/powerpoint/2010/main" val="2578700395"/>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de l’image : générée par l’IA</a:t>
            </a:r>
          </a:p>
        </p:txBody>
      </p:sp>
      <p:sp>
        <p:nvSpPr>
          <p:cNvPr id="4" name="Espace réservé du numéro de diapositive 3"/>
          <p:cNvSpPr>
            <a:spLocks noGrp="1"/>
          </p:cNvSpPr>
          <p:nvPr>
            <p:ph type="sldNum" sz="quarter" idx="5"/>
          </p:nvPr>
        </p:nvSpPr>
        <p:spPr/>
        <p:txBody>
          <a:bodyPr/>
          <a:lstStyle/>
          <a:p>
            <a:fld id="{8E164212-DD7E-4E0A-A79A-92BBFCEACCF6}" type="slidenum">
              <a:rPr lang="fr-FR" smtClean="0"/>
              <a:t>1</a:t>
            </a:fld>
            <a:endParaRPr lang="fr-FR"/>
          </a:p>
        </p:txBody>
      </p:sp>
      <p:sp>
        <p:nvSpPr>
          <p:cNvPr id="5" name="Espace réservé de l'en-tête 4">
            <a:extLst>
              <a:ext uri="{FF2B5EF4-FFF2-40B4-BE49-F238E27FC236}">
                <a16:creationId xmlns:a16="http://schemas.microsoft.com/office/drawing/2014/main" id="{BDC412D1-1E50-0EBC-4123-01E7AF26E325}"/>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4270872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Présentation générale du projet et contexte métier
 Architecture technique du pipeline de données
 Collecte, intégration et stockage des données
 Modélisation et prévision de la production énergétique
 Visualisation, surveillance et valorisation des résultats 
 Source de l’image : générée par l’IA</a:t>
            </a:r>
          </a:p>
        </p:txBody>
      </p:sp>
      <p:sp>
        <p:nvSpPr>
          <p:cNvPr id="4" name="Espace réservé du numéro de diapositive 3"/>
          <p:cNvSpPr>
            <a:spLocks noGrp="1"/>
          </p:cNvSpPr>
          <p:nvPr>
            <p:ph type="sldNum" sz="quarter" idx="5"/>
          </p:nvPr>
        </p:nvSpPr>
        <p:spPr/>
        <p:txBody>
          <a:bodyPr/>
          <a:lstStyle/>
          <a:p>
            <a:fld id="{8E164212-DD7E-4E0A-A79A-92BBFCEACCF6}" type="slidenum">
              <a:rPr lang="fr-FR" smtClean="0"/>
              <a:t>2</a:t>
            </a:fld>
            <a:endParaRPr lang="fr-FR"/>
          </a:p>
        </p:txBody>
      </p:sp>
      <p:sp>
        <p:nvSpPr>
          <p:cNvPr id="5" name="Espace réservé de l'en-tête 4">
            <a:extLst>
              <a:ext uri="{FF2B5EF4-FFF2-40B4-BE49-F238E27FC236}">
                <a16:creationId xmlns:a16="http://schemas.microsoft.com/office/drawing/2014/main" id="{741FD201-47B6-1AF3-C1FA-E4BC555B346B}"/>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4102695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p:cNvSpPr>
            <a:spLocks noGrp="1"/>
          </p:cNvSpPr>
          <p:nvPr>
            <p:ph type="sldNum" sz="quarter" idx="5"/>
          </p:nvPr>
        </p:nvSpPr>
        <p:spPr/>
        <p:txBody>
          <a:bodyPr/>
          <a:lstStyle/>
          <a:p>
            <a:fld id="{8E164212-DD7E-4E0A-A79A-92BBFCEACCF6}" type="slidenum">
              <a:rPr lang="fr-FR" smtClean="0"/>
              <a:t>3</a:t>
            </a:fld>
            <a:endParaRPr lang="fr-FR"/>
          </a:p>
        </p:txBody>
      </p:sp>
      <p:sp>
        <p:nvSpPr>
          <p:cNvPr id="5" name="Espace réservé de l'en-tête 4">
            <a:extLst>
              <a:ext uri="{FF2B5EF4-FFF2-40B4-BE49-F238E27FC236}">
                <a16:creationId xmlns:a16="http://schemas.microsoft.com/office/drawing/2014/main" id="{05CDF856-518E-3B66-AAA8-4A1C86C5D69D}"/>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897951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06F9-A525-708B-0E46-90A0066002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16C16F3-BDA5-DAFF-F7B3-7EAE72FBBC6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A5296B-FE6A-2D21-A493-58567EFEA64B}"/>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557B590F-E154-611E-6297-C54B35B781CF}"/>
              </a:ext>
            </a:extLst>
          </p:cNvPr>
          <p:cNvSpPr>
            <a:spLocks noGrp="1"/>
          </p:cNvSpPr>
          <p:nvPr>
            <p:ph type="sldNum" sz="quarter" idx="5"/>
          </p:nvPr>
        </p:nvSpPr>
        <p:spPr/>
        <p:txBody>
          <a:bodyPr/>
          <a:lstStyle/>
          <a:p>
            <a:fld id="{8E164212-DD7E-4E0A-A79A-92BBFCEACCF6}" type="slidenum">
              <a:rPr lang="fr-FR" smtClean="0"/>
              <a:t>4</a:t>
            </a:fld>
            <a:endParaRPr lang="fr-FR"/>
          </a:p>
        </p:txBody>
      </p:sp>
      <p:sp>
        <p:nvSpPr>
          <p:cNvPr id="5" name="Espace réservé de l'en-tête 4">
            <a:extLst>
              <a:ext uri="{FF2B5EF4-FFF2-40B4-BE49-F238E27FC236}">
                <a16:creationId xmlns:a16="http://schemas.microsoft.com/office/drawing/2014/main" id="{066E3306-D3CD-0C09-EE78-085F64E435ED}"/>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401415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AE0C2-0A73-0CF9-F3EA-00E36062F8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3A98CC8-F250-BB9F-6E07-09C63CFA91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7C4CC8-99C8-FB18-84AA-8990C88BED94}"/>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24E1BE3C-42AD-212C-8C64-08BD000D87E8}"/>
              </a:ext>
            </a:extLst>
          </p:cNvPr>
          <p:cNvSpPr>
            <a:spLocks noGrp="1"/>
          </p:cNvSpPr>
          <p:nvPr>
            <p:ph type="sldNum" sz="quarter" idx="5"/>
          </p:nvPr>
        </p:nvSpPr>
        <p:spPr/>
        <p:txBody>
          <a:bodyPr/>
          <a:lstStyle/>
          <a:p>
            <a:fld id="{8E164212-DD7E-4E0A-A79A-92BBFCEACCF6}" type="slidenum">
              <a:rPr lang="fr-FR" smtClean="0"/>
              <a:t>5</a:t>
            </a:fld>
            <a:endParaRPr lang="fr-FR"/>
          </a:p>
        </p:txBody>
      </p:sp>
      <p:sp>
        <p:nvSpPr>
          <p:cNvPr id="5" name="Espace réservé de l'en-tête 4">
            <a:extLst>
              <a:ext uri="{FF2B5EF4-FFF2-40B4-BE49-F238E27FC236}">
                <a16:creationId xmlns:a16="http://schemas.microsoft.com/office/drawing/2014/main" id="{F4B65271-E131-C344-5D44-EEA7840244E8}"/>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72492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Mise en œuvre du pipeline data complet, depuis la collecte des données jusqu’à leur mise à disposition pour le modèle de prédiction.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Les technologies </a:t>
            </a:r>
            <a:r>
              <a:rPr lang="en-US" sz="1200" kern="1200" dirty="0" err="1">
                <a:solidFill>
                  <a:schemeClr val="tx1"/>
                </a:solidFill>
                <a:effectLst/>
                <a:latin typeface="+mn-lt"/>
                <a:ea typeface="+mn-ea"/>
                <a:cs typeface="+mn-cs"/>
              </a:rPr>
              <a:t>principales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sont</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PostgreSQL pour le stockage,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Python pour le pipeline,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Docker pour la reproductibilité et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Airflow</a:t>
            </a:r>
            <a:r>
              <a:rPr lang="fr-FR" dirty="0"/>
              <a:t> pour l’orchestration.</a:t>
            </a:r>
          </a:p>
        </p:txBody>
      </p:sp>
      <p:sp>
        <p:nvSpPr>
          <p:cNvPr id="4" name="Espace réservé de l'en-tête 3"/>
          <p:cNvSpPr>
            <a:spLocks noGrp="1"/>
          </p:cNvSpPr>
          <p:nvPr>
            <p:ph type="hdr" sz="quarter"/>
          </p:nvPr>
        </p:nvSpPr>
        <p:spPr/>
        <p:txBody>
          <a:bodyPr/>
          <a:lstStyle/>
          <a:p>
            <a:r>
              <a:rPr lang="fr-FR"/>
              <a:t>Projet Prédictelec - Georges Cardenas, Julien Neville, Caroline Nony</a:t>
            </a:r>
          </a:p>
        </p:txBody>
      </p:sp>
      <p:sp>
        <p:nvSpPr>
          <p:cNvPr id="5" name="Espace réservé du numéro de diapositive 4"/>
          <p:cNvSpPr>
            <a:spLocks noGrp="1"/>
          </p:cNvSpPr>
          <p:nvPr>
            <p:ph type="sldNum" sz="quarter" idx="5"/>
          </p:nvPr>
        </p:nvSpPr>
        <p:spPr/>
        <p:txBody>
          <a:bodyPr/>
          <a:lstStyle/>
          <a:p>
            <a:fld id="{B31CB571-C6FB-438C-88CE-5E7D01550A4E}" type="slidenum">
              <a:rPr lang="fr-FR" smtClean="0"/>
              <a:t>6</a:t>
            </a:fld>
            <a:endParaRPr lang="fr-FR"/>
          </a:p>
        </p:txBody>
      </p:sp>
    </p:spTree>
    <p:extLst>
      <p:ext uri="{BB962C8B-B14F-4D97-AF65-F5344CB8AC3E}">
        <p14:creationId xmlns:p14="http://schemas.microsoft.com/office/powerpoint/2010/main" val="2007350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AF8B-A925-0D43-6FEC-5D708F3215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4BFA75E-7182-02F5-93BA-2A012A79B74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75DC24B-6566-C086-23A2-8791A2071218}"/>
              </a:ext>
            </a:extLst>
          </p:cNvPr>
          <p:cNvSpPr>
            <a:spLocks noGrp="1"/>
          </p:cNvSpPr>
          <p:nvPr>
            <p:ph type="body" idx="1"/>
          </p:nvPr>
        </p:nvSpPr>
        <p:spPr/>
        <p:txBody>
          <a:bodyPr/>
          <a:lstStyle/>
          <a:p>
            <a:r>
              <a:rPr lang="fr-FR" dirty="0"/>
              <a:t>PostgreSQL a été choisi pour sa robustesse et parce que les données sont fortement structurées. </a:t>
            </a:r>
          </a:p>
          <a:p>
            <a:r>
              <a:rPr lang="fr-FR" dirty="0"/>
              <a:t>Nous avons mis en place un schéma normalisé et des vues matérialisées pour optimiser les performances des traitements ML.</a:t>
            </a:r>
          </a:p>
        </p:txBody>
      </p:sp>
      <p:sp>
        <p:nvSpPr>
          <p:cNvPr id="4" name="Espace réservé du numéro de diapositive 3">
            <a:extLst>
              <a:ext uri="{FF2B5EF4-FFF2-40B4-BE49-F238E27FC236}">
                <a16:creationId xmlns:a16="http://schemas.microsoft.com/office/drawing/2014/main" id="{2538E59D-4FA6-E6BA-1040-F66FED2F1A81}"/>
              </a:ext>
            </a:extLst>
          </p:cNvPr>
          <p:cNvSpPr>
            <a:spLocks noGrp="1"/>
          </p:cNvSpPr>
          <p:nvPr>
            <p:ph type="sldNum" sz="quarter" idx="5"/>
          </p:nvPr>
        </p:nvSpPr>
        <p:spPr/>
        <p:txBody>
          <a:bodyPr/>
          <a:lstStyle/>
          <a:p>
            <a:fld id="{8E164212-DD7E-4E0A-A79A-92BBFCEACCF6}" type="slidenum">
              <a:rPr lang="fr-FR" smtClean="0"/>
              <a:t>7</a:t>
            </a:fld>
            <a:endParaRPr lang="fr-FR"/>
          </a:p>
        </p:txBody>
      </p:sp>
      <p:sp>
        <p:nvSpPr>
          <p:cNvPr id="5" name="Espace réservé de l'en-tête 4">
            <a:extLst>
              <a:ext uri="{FF2B5EF4-FFF2-40B4-BE49-F238E27FC236}">
                <a16:creationId xmlns:a16="http://schemas.microsoft.com/office/drawing/2014/main" id="{C809486B-91C2-5BA8-2B12-88D8C94A3DDC}"/>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67865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B8AAB-16E2-7C64-E62A-0884DCF79CC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68EFDF-B729-3ECD-1C6A-F3C6955D58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E2445F-55AA-1666-1C66-D5A7C8D0BF45}"/>
              </a:ext>
            </a:extLst>
          </p:cNvPr>
          <p:cNvSpPr>
            <a:spLocks noGrp="1"/>
          </p:cNvSpPr>
          <p:nvPr>
            <p:ph type="body" idx="1"/>
          </p:nvPr>
        </p:nvSpPr>
        <p:spPr/>
        <p:txBody>
          <a:bodyPr/>
          <a:lstStyle/>
          <a:p>
            <a:r>
              <a:rPr lang="fr-FR" dirty="0"/>
              <a:t>Le projet est organisé en couches : ingestion via API, services de transformation, modèles métiers et couche d’accès aux données PostgreSQL. </a:t>
            </a:r>
          </a:p>
          <a:p>
            <a:r>
              <a:rPr lang="fr-FR" dirty="0"/>
              <a:t>Cette architecture facilite la maintenance et l’évolution du pipeline.</a:t>
            </a:r>
          </a:p>
        </p:txBody>
      </p:sp>
      <p:sp>
        <p:nvSpPr>
          <p:cNvPr id="4" name="Espace réservé du numéro de diapositive 3">
            <a:extLst>
              <a:ext uri="{FF2B5EF4-FFF2-40B4-BE49-F238E27FC236}">
                <a16:creationId xmlns:a16="http://schemas.microsoft.com/office/drawing/2014/main" id="{71B356DC-4D24-EC46-879A-E31A1E65B1E5}"/>
              </a:ext>
            </a:extLst>
          </p:cNvPr>
          <p:cNvSpPr>
            <a:spLocks noGrp="1"/>
          </p:cNvSpPr>
          <p:nvPr>
            <p:ph type="sldNum" sz="quarter" idx="5"/>
          </p:nvPr>
        </p:nvSpPr>
        <p:spPr/>
        <p:txBody>
          <a:bodyPr/>
          <a:lstStyle/>
          <a:p>
            <a:fld id="{8E164212-DD7E-4E0A-A79A-92BBFCEACCF6}" type="slidenum">
              <a:rPr lang="fr-FR" smtClean="0"/>
              <a:t>8</a:t>
            </a:fld>
            <a:endParaRPr lang="fr-FR"/>
          </a:p>
        </p:txBody>
      </p:sp>
      <p:sp>
        <p:nvSpPr>
          <p:cNvPr id="5" name="Espace réservé de l'en-tête 4">
            <a:extLst>
              <a:ext uri="{FF2B5EF4-FFF2-40B4-BE49-F238E27FC236}">
                <a16:creationId xmlns:a16="http://schemas.microsoft.com/office/drawing/2014/main" id="{DB957164-705D-450D-12A1-9FC8DDDFC67F}"/>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501014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4B9C-DB8C-0649-BD2D-E0FDE6B8DF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ECAC52-479F-6558-9E3F-FA738B659F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9513A83-F04E-9523-7677-120661F6704E}"/>
              </a:ext>
            </a:extLst>
          </p:cNvPr>
          <p:cNvSpPr>
            <a:spLocks noGrp="1"/>
          </p:cNvSpPr>
          <p:nvPr>
            <p:ph type="body" idx="1"/>
          </p:nvPr>
        </p:nvSpPr>
        <p:spPr/>
        <p:txBody>
          <a:bodyPr/>
          <a:lstStyle/>
          <a:p>
            <a:r>
              <a:rPr lang="fr-FR" dirty="0" err="1"/>
              <a:t>Airflow</a:t>
            </a:r>
            <a:r>
              <a:rPr lang="fr-FR" dirty="0"/>
              <a:t> orchestre le pipeline via des DAGs planifiés avec parallélisation des tâches et gestion des dépendances. </a:t>
            </a:r>
          </a:p>
          <a:p>
            <a:r>
              <a:rPr lang="fr-FR" dirty="0"/>
              <a:t>Pour respecter les quotas de l’API météo, nous avons distribué les appels via </a:t>
            </a:r>
            <a:r>
              <a:rPr lang="fr-FR" dirty="0" err="1"/>
              <a:t>Celery</a:t>
            </a:r>
            <a:r>
              <a:rPr lang="fr-FR" dirty="0"/>
              <a:t> et Redis afin d’exécuter les tâches en parallèle.</a:t>
            </a:r>
          </a:p>
          <a:p>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Contrainte</a:t>
            </a:r>
            <a:r>
              <a:rPr lang="en-US" sz="1200" kern="1200" dirty="0">
                <a:solidFill>
                  <a:schemeClr val="tx1"/>
                </a:solidFill>
                <a:effectLst/>
                <a:latin typeface="+mn-lt"/>
                <a:ea typeface="+mn-ea"/>
                <a:cs typeface="+mn-cs"/>
              </a:rPr>
              <a:t> API </a:t>
            </a:r>
            <a:r>
              <a:rPr lang="en-US" sz="1200" kern="1200" dirty="0" err="1">
                <a:solidFill>
                  <a:schemeClr val="tx1"/>
                </a:solidFill>
                <a:effectLst/>
                <a:latin typeface="+mn-lt"/>
                <a:ea typeface="+mn-ea"/>
                <a:cs typeface="+mn-cs"/>
              </a:rPr>
              <a:t>météo</a:t>
            </a:r>
            <a:r>
              <a:rPr lang="en-US" sz="1200" kern="1200" dirty="0">
                <a:solidFill>
                  <a:schemeClr val="tx1"/>
                </a:solidFill>
                <a:effectLst/>
                <a:latin typeface="+mn-lt"/>
                <a:ea typeface="+mn-ea"/>
                <a:cs typeface="+mn-cs"/>
              </a:rPr>
              <a:t> (les </a:t>
            </a:r>
            <a:r>
              <a:rPr lang="en-US" sz="1200" kern="1200" dirty="0" err="1">
                <a:solidFill>
                  <a:schemeClr val="tx1"/>
                </a:solidFill>
                <a:effectLst/>
                <a:latin typeface="+mn-lt"/>
                <a:ea typeface="+mn-ea"/>
                <a:cs typeface="+mn-cs"/>
              </a:rPr>
              <a:t>prévisions</a:t>
            </a:r>
            <a:r>
              <a:rPr lang="en-US" sz="1200" kern="1200" dirty="0">
                <a:solidFill>
                  <a:schemeClr val="tx1"/>
                </a:solidFill>
                <a:effectLst/>
                <a:latin typeface="+mn-lt"/>
                <a:ea typeface="+mn-ea"/>
                <a:cs typeface="+mn-cs"/>
              </a:rPr>
              <a:t>): 100 </a:t>
            </a:r>
            <a:r>
              <a:rPr lang="en-US" sz="1200" kern="1200" dirty="0" err="1">
                <a:solidFill>
                  <a:schemeClr val="tx1"/>
                </a:solidFill>
                <a:effectLst/>
                <a:latin typeface="+mn-lt"/>
                <a:ea typeface="+mn-ea"/>
                <a:cs typeface="+mn-cs"/>
              </a:rPr>
              <a:t>requêtes</a:t>
            </a:r>
            <a:r>
              <a:rPr lang="en-US" sz="1200" kern="1200" dirty="0">
                <a:solidFill>
                  <a:schemeClr val="tx1"/>
                </a:solidFill>
                <a:effectLst/>
                <a:latin typeface="+mn-lt"/>
                <a:ea typeface="+mn-ea"/>
                <a:cs typeface="+mn-cs"/>
              </a:rPr>
              <a:t> par minute par user token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Si </a:t>
            </a:r>
            <a:r>
              <a:rPr lang="en-US" sz="1200" kern="1200" dirty="0" err="1">
                <a:solidFill>
                  <a:schemeClr val="tx1"/>
                </a:solidFill>
                <a:effectLst/>
                <a:latin typeface="+mn-lt"/>
                <a:ea typeface="+mn-ea"/>
                <a:cs typeface="+mn-cs"/>
              </a:rPr>
              <a:t>Démo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annexe</a:t>
            </a:r>
            <a:r>
              <a:rPr lang="en-US" sz="1200" kern="1200" dirty="0">
                <a:solidFill>
                  <a:schemeClr val="tx1"/>
                </a:solidFill>
                <a:effectLst/>
                <a:latin typeface="+mn-lt"/>
                <a:ea typeface="+mn-ea"/>
                <a:cs typeface="+mn-cs"/>
              </a:rPr>
              <a:t>) : http://72.60.187.20:8080/home?tags=predictelec</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7C9C99CB-0124-64FC-2DDC-D339069BA5B6}"/>
              </a:ext>
            </a:extLst>
          </p:cNvPr>
          <p:cNvSpPr>
            <a:spLocks noGrp="1"/>
          </p:cNvSpPr>
          <p:nvPr>
            <p:ph type="sldNum" sz="quarter" idx="5"/>
          </p:nvPr>
        </p:nvSpPr>
        <p:spPr/>
        <p:txBody>
          <a:bodyPr/>
          <a:lstStyle/>
          <a:p>
            <a:fld id="{8E164212-DD7E-4E0A-A79A-92BBFCEACCF6}" type="slidenum">
              <a:rPr lang="fr-FR" smtClean="0"/>
              <a:t>9</a:t>
            </a:fld>
            <a:endParaRPr lang="fr-FR"/>
          </a:p>
        </p:txBody>
      </p:sp>
      <p:sp>
        <p:nvSpPr>
          <p:cNvPr id="5" name="Espace réservé de l'en-tête 4">
            <a:extLst>
              <a:ext uri="{FF2B5EF4-FFF2-40B4-BE49-F238E27FC236}">
                <a16:creationId xmlns:a16="http://schemas.microsoft.com/office/drawing/2014/main" id="{1A02DDA3-BF50-D969-0036-56C42331CE93}"/>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1710061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5608-7602-06C4-39F2-04438CC9A8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D3AED1-84CB-B17B-FDE9-B277CF3800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6C2E88-8450-ED5F-B341-D953805D036F}"/>
              </a:ext>
            </a:extLst>
          </p:cNvPr>
          <p:cNvSpPr>
            <a:spLocks noGrp="1"/>
          </p:cNvSpPr>
          <p:nvPr>
            <p:ph type="body" idx="1"/>
          </p:nvPr>
        </p:nvSpPr>
        <p:spPr/>
        <p:txBody>
          <a:bodyPr/>
          <a:lstStyle/>
          <a:p>
            <a:r>
              <a:rPr lang="fr-FR" dirty="0"/>
              <a:t>Nous sommes passés d’un script séquentiel (exécuté par </a:t>
            </a:r>
            <a:r>
              <a:rPr lang="fr-FR" dirty="0" err="1"/>
              <a:t>crontab</a:t>
            </a:r>
            <a:r>
              <a:rPr lang="fr-FR" dirty="0"/>
              <a:t>) à une architecture distribuée orchestrée par </a:t>
            </a:r>
            <a:r>
              <a:rPr lang="fr-FR" dirty="0" err="1"/>
              <a:t>Airflow</a:t>
            </a:r>
            <a:r>
              <a:rPr lang="fr-FR" dirty="0"/>
              <a:t>. </a:t>
            </a:r>
          </a:p>
          <a:p>
            <a:r>
              <a:rPr lang="fr-FR" dirty="0"/>
              <a:t>Grâce au parallélisme et aux </a:t>
            </a:r>
            <a:r>
              <a:rPr lang="fr-FR" dirty="0" err="1"/>
              <a:t>workers</a:t>
            </a:r>
            <a:r>
              <a:rPr lang="fr-FR" dirty="0"/>
              <a:t> </a:t>
            </a:r>
            <a:r>
              <a:rPr lang="fr-FR" dirty="0" err="1"/>
              <a:t>Celery</a:t>
            </a:r>
            <a:r>
              <a:rPr lang="fr-FR" dirty="0"/>
              <a:t>, nous avons réduit fortement le temps d’ingestion tout en respectant les quotas API.</a:t>
            </a:r>
          </a:p>
        </p:txBody>
      </p:sp>
      <p:sp>
        <p:nvSpPr>
          <p:cNvPr id="4" name="Espace réservé du numéro de diapositive 3">
            <a:extLst>
              <a:ext uri="{FF2B5EF4-FFF2-40B4-BE49-F238E27FC236}">
                <a16:creationId xmlns:a16="http://schemas.microsoft.com/office/drawing/2014/main" id="{DAF2017B-85E9-1805-3ECF-A6DF4C9E75DF}"/>
              </a:ext>
            </a:extLst>
          </p:cNvPr>
          <p:cNvSpPr>
            <a:spLocks noGrp="1"/>
          </p:cNvSpPr>
          <p:nvPr>
            <p:ph type="sldNum" sz="quarter" idx="5"/>
          </p:nvPr>
        </p:nvSpPr>
        <p:spPr/>
        <p:txBody>
          <a:bodyPr/>
          <a:lstStyle/>
          <a:p>
            <a:fld id="{8E164212-DD7E-4E0A-A79A-92BBFCEACCF6}" type="slidenum">
              <a:rPr lang="fr-FR" smtClean="0"/>
              <a:t>10</a:t>
            </a:fld>
            <a:endParaRPr lang="fr-FR"/>
          </a:p>
        </p:txBody>
      </p:sp>
      <p:sp>
        <p:nvSpPr>
          <p:cNvPr id="5" name="Espace réservé de l'en-tête 4">
            <a:extLst>
              <a:ext uri="{FF2B5EF4-FFF2-40B4-BE49-F238E27FC236}">
                <a16:creationId xmlns:a16="http://schemas.microsoft.com/office/drawing/2014/main" id="{9DB102EC-0044-0784-EC10-E4BCD4011684}"/>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853301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17C09-16FC-F8B9-0311-2F7CE1968A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75F12EF-8B4E-8510-A542-0170E79B443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EFE8FA-07BF-0D6D-F977-6B6F10D3CA76}"/>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3A5AA708-77A6-831C-5FB8-2A980B221D1B}"/>
              </a:ext>
            </a:extLst>
          </p:cNvPr>
          <p:cNvSpPr>
            <a:spLocks noGrp="1"/>
          </p:cNvSpPr>
          <p:nvPr>
            <p:ph type="sldNum" sz="quarter" idx="5"/>
          </p:nvPr>
        </p:nvSpPr>
        <p:spPr/>
        <p:txBody>
          <a:bodyPr/>
          <a:lstStyle/>
          <a:p>
            <a:fld id="{8E164212-DD7E-4E0A-A79A-92BBFCEACCF6}" type="slidenum">
              <a:rPr lang="fr-FR" smtClean="0"/>
              <a:t>12</a:t>
            </a:fld>
            <a:endParaRPr lang="fr-FR"/>
          </a:p>
        </p:txBody>
      </p:sp>
      <p:sp>
        <p:nvSpPr>
          <p:cNvPr id="5" name="Espace réservé de l'en-tête 4">
            <a:extLst>
              <a:ext uri="{FF2B5EF4-FFF2-40B4-BE49-F238E27FC236}">
                <a16:creationId xmlns:a16="http://schemas.microsoft.com/office/drawing/2014/main" id="{BC9D27CD-107B-03A7-4AC5-AC5FF5127AA6}"/>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981991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EE23C-9703-1801-4414-41AD2CA53A2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23A744-65D0-B268-E094-0BD6D60DA1F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971E09F-14F2-9D78-EC2D-07D733AA5E0D}"/>
              </a:ext>
            </a:extLst>
          </p:cNvPr>
          <p:cNvSpPr>
            <a:spLocks noGrp="1"/>
          </p:cNvSpPr>
          <p:nvPr>
            <p:ph type="body" idx="1"/>
          </p:nvPr>
        </p:nvSpPr>
        <p:spPr/>
        <p:txBody>
          <a:bodyPr/>
          <a:lstStyle/>
          <a:p>
            <a:pPr fontAlgn="t"/>
            <a:r>
              <a:rPr lang="fr-FR" sz="1200" b="0" i="0" kern="1200" dirty="0">
                <a:solidFill>
                  <a:schemeClr val="tx1"/>
                </a:solidFill>
                <a:effectLst/>
                <a:latin typeface="+mn-lt"/>
                <a:ea typeface="+mn-ea"/>
                <a:cs typeface="+mn-cs"/>
              </a:rPr>
              <a:t>Les tables stockent les données brutes,</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les vues SQL les structurent et les fiabilisent,</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et les </a:t>
            </a:r>
            <a:r>
              <a:rPr lang="fr-FR" sz="1200" b="0" i="0" kern="1200" dirty="0" err="1">
                <a:solidFill>
                  <a:schemeClr val="tx1"/>
                </a:solidFill>
                <a:effectLst/>
                <a:latin typeface="+mn-lt"/>
                <a:ea typeface="+mn-ea"/>
                <a:cs typeface="+mn-cs"/>
              </a:rPr>
              <a:t>DataFrames</a:t>
            </a:r>
            <a:r>
              <a:rPr lang="fr-FR" sz="1200" b="0" i="0" kern="1200" dirty="0">
                <a:solidFill>
                  <a:schemeClr val="tx1"/>
                </a:solidFill>
                <a:effectLst/>
                <a:latin typeface="+mn-lt"/>
                <a:ea typeface="+mn-ea"/>
                <a:cs typeface="+mn-cs"/>
              </a:rPr>
              <a:t> pandas alimentent directement les modèles de Machine Learning et les visualisations.</a:t>
            </a:r>
          </a:p>
        </p:txBody>
      </p:sp>
      <p:sp>
        <p:nvSpPr>
          <p:cNvPr id="4" name="Espace réservé du numéro de diapositive 3">
            <a:extLst>
              <a:ext uri="{FF2B5EF4-FFF2-40B4-BE49-F238E27FC236}">
                <a16:creationId xmlns:a16="http://schemas.microsoft.com/office/drawing/2014/main" id="{70022636-331F-60A2-F22B-E5AAA70F3B21}"/>
              </a:ext>
            </a:extLst>
          </p:cNvPr>
          <p:cNvSpPr>
            <a:spLocks noGrp="1"/>
          </p:cNvSpPr>
          <p:nvPr>
            <p:ph type="sldNum" sz="quarter" idx="5"/>
          </p:nvPr>
        </p:nvSpPr>
        <p:spPr/>
        <p:txBody>
          <a:bodyPr/>
          <a:lstStyle/>
          <a:p>
            <a:fld id="{8E164212-DD7E-4E0A-A79A-92BBFCEACCF6}" type="slidenum">
              <a:rPr lang="fr-FR" smtClean="0"/>
              <a:t>13</a:t>
            </a:fld>
            <a:endParaRPr lang="fr-FR"/>
          </a:p>
        </p:txBody>
      </p:sp>
      <p:sp>
        <p:nvSpPr>
          <p:cNvPr id="5" name="Espace réservé de l'en-tête 4">
            <a:extLst>
              <a:ext uri="{FF2B5EF4-FFF2-40B4-BE49-F238E27FC236}">
                <a16:creationId xmlns:a16="http://schemas.microsoft.com/office/drawing/2014/main" id="{0AB7EE1E-68A9-8C8E-E7D1-0B39C928E9F1}"/>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427687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E9791-1C5D-4130-BA46-1B4E028BA1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EEDACC1-09F0-DB6A-9E19-EE67DEA4C47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3A75E48-1108-9ACA-B4BC-A8C851E7C943}"/>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CF0A7DB4-421B-2F88-AF60-D092F84C1E19}"/>
              </a:ext>
            </a:extLst>
          </p:cNvPr>
          <p:cNvSpPr>
            <a:spLocks noGrp="1"/>
          </p:cNvSpPr>
          <p:nvPr>
            <p:ph type="sldNum" sz="quarter" idx="5"/>
          </p:nvPr>
        </p:nvSpPr>
        <p:spPr/>
        <p:txBody>
          <a:bodyPr/>
          <a:lstStyle/>
          <a:p>
            <a:fld id="{8E164212-DD7E-4E0A-A79A-92BBFCEACCF6}" type="slidenum">
              <a:rPr lang="fr-FR" smtClean="0"/>
              <a:t>14</a:t>
            </a:fld>
            <a:endParaRPr lang="fr-FR"/>
          </a:p>
        </p:txBody>
      </p:sp>
      <p:sp>
        <p:nvSpPr>
          <p:cNvPr id="5" name="Espace réservé de l'en-tête 4">
            <a:extLst>
              <a:ext uri="{FF2B5EF4-FFF2-40B4-BE49-F238E27FC236}">
                <a16:creationId xmlns:a16="http://schemas.microsoft.com/office/drawing/2014/main" id="{260E82E0-E968-3610-CBEE-32BB911FBA27}"/>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1486940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28B29-5310-2A56-ABBB-97F964C1E9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B48E0AE-AA11-78E3-98D4-E71CB2A681B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F34D529-B0BC-6C4F-1994-EBA8B7F81C9C}"/>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A5463474-C1F4-FBA9-54FA-F5C0796CD4CB}"/>
              </a:ext>
            </a:extLst>
          </p:cNvPr>
          <p:cNvSpPr>
            <a:spLocks noGrp="1"/>
          </p:cNvSpPr>
          <p:nvPr>
            <p:ph type="sldNum" sz="quarter" idx="5"/>
          </p:nvPr>
        </p:nvSpPr>
        <p:spPr/>
        <p:txBody>
          <a:bodyPr/>
          <a:lstStyle/>
          <a:p>
            <a:fld id="{8E164212-DD7E-4E0A-A79A-92BBFCEACCF6}" type="slidenum">
              <a:rPr lang="fr-FR" smtClean="0"/>
              <a:t>15</a:t>
            </a:fld>
            <a:endParaRPr lang="fr-FR"/>
          </a:p>
        </p:txBody>
      </p:sp>
      <p:sp>
        <p:nvSpPr>
          <p:cNvPr id="5" name="Espace réservé de l'en-tête 4">
            <a:extLst>
              <a:ext uri="{FF2B5EF4-FFF2-40B4-BE49-F238E27FC236}">
                <a16:creationId xmlns:a16="http://schemas.microsoft.com/office/drawing/2014/main" id="{AD39942E-317E-95C6-9F82-67C73ECC5940}"/>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1290908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F3979-20FF-94A1-5884-95C5F4C9317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D2FF68-E513-700C-5834-64F1F95BB2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2A30604-26EE-A535-7E19-BA0D654FE7A8}"/>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CDE329ED-78D2-D9D7-34AB-00B29AFE9FE7}"/>
              </a:ext>
            </a:extLst>
          </p:cNvPr>
          <p:cNvSpPr>
            <a:spLocks noGrp="1"/>
          </p:cNvSpPr>
          <p:nvPr>
            <p:ph type="sldNum" sz="quarter" idx="5"/>
          </p:nvPr>
        </p:nvSpPr>
        <p:spPr/>
        <p:txBody>
          <a:bodyPr/>
          <a:lstStyle/>
          <a:p>
            <a:fld id="{8E164212-DD7E-4E0A-A79A-92BBFCEACCF6}" type="slidenum">
              <a:rPr lang="fr-FR" smtClean="0"/>
              <a:t>16</a:t>
            </a:fld>
            <a:endParaRPr lang="fr-FR"/>
          </a:p>
        </p:txBody>
      </p:sp>
      <p:sp>
        <p:nvSpPr>
          <p:cNvPr id="5" name="Espace réservé de l'en-tête 4">
            <a:extLst>
              <a:ext uri="{FF2B5EF4-FFF2-40B4-BE49-F238E27FC236}">
                <a16:creationId xmlns:a16="http://schemas.microsoft.com/office/drawing/2014/main" id="{225818B4-5695-A260-56E5-EF2D86451FF6}"/>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33173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03D5A-4187-4470-53EA-47A5558B98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F4EA44-3CB1-AB52-4E99-D7DE950628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D9D8AB-AC7F-9E70-7B7C-3CD9051165F2}"/>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8679A9CD-EF5D-E7C9-7FD7-F3BB46E8B784}"/>
              </a:ext>
            </a:extLst>
          </p:cNvPr>
          <p:cNvSpPr>
            <a:spLocks noGrp="1"/>
          </p:cNvSpPr>
          <p:nvPr>
            <p:ph type="sldNum" sz="quarter" idx="5"/>
          </p:nvPr>
        </p:nvSpPr>
        <p:spPr/>
        <p:txBody>
          <a:bodyPr/>
          <a:lstStyle/>
          <a:p>
            <a:fld id="{8E164212-DD7E-4E0A-A79A-92BBFCEACCF6}" type="slidenum">
              <a:rPr lang="fr-FR" smtClean="0"/>
              <a:t>17</a:t>
            </a:fld>
            <a:endParaRPr lang="fr-FR"/>
          </a:p>
        </p:txBody>
      </p:sp>
      <p:sp>
        <p:nvSpPr>
          <p:cNvPr id="5" name="Espace réservé de l'en-tête 4">
            <a:extLst>
              <a:ext uri="{FF2B5EF4-FFF2-40B4-BE49-F238E27FC236}">
                <a16:creationId xmlns:a16="http://schemas.microsoft.com/office/drawing/2014/main" id="{30E53DDB-59EE-D6F7-71D3-430FC5E068C6}"/>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856045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3F16-6496-D4C0-F0E2-6B19A6F21C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D38EC3-1434-637E-E3EA-FB3714E31A0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895B2B5-A6F4-E60E-B86A-02919BFAED85}"/>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F4A0987A-FFEF-C224-1D11-DD296AF5FC09}"/>
              </a:ext>
            </a:extLst>
          </p:cNvPr>
          <p:cNvSpPr>
            <a:spLocks noGrp="1"/>
          </p:cNvSpPr>
          <p:nvPr>
            <p:ph type="sldNum" sz="quarter" idx="5"/>
          </p:nvPr>
        </p:nvSpPr>
        <p:spPr/>
        <p:txBody>
          <a:bodyPr/>
          <a:lstStyle/>
          <a:p>
            <a:fld id="{8E164212-DD7E-4E0A-A79A-92BBFCEACCF6}" type="slidenum">
              <a:rPr lang="fr-FR" smtClean="0"/>
              <a:t>8</a:t>
            </a:fld>
            <a:endParaRPr lang="fr-FR"/>
          </a:p>
        </p:txBody>
      </p:sp>
      <p:sp>
        <p:nvSpPr>
          <p:cNvPr id="5" name="Espace réservé de l'en-tête 4">
            <a:extLst>
              <a:ext uri="{FF2B5EF4-FFF2-40B4-BE49-F238E27FC236}">
                <a16:creationId xmlns:a16="http://schemas.microsoft.com/office/drawing/2014/main" id="{816D7D7E-0669-814F-55B5-AC0FFF8AD83F}"/>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4227384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92FD-E486-851C-0BEF-A10A3FCBA48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384531-D6A9-5FC1-A25B-48E0F44E5F6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1629EA-7810-930D-B9E2-FDAE78330819}"/>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D2778A75-D243-7C78-B711-3F1AE8EA4406}"/>
              </a:ext>
            </a:extLst>
          </p:cNvPr>
          <p:cNvSpPr>
            <a:spLocks noGrp="1"/>
          </p:cNvSpPr>
          <p:nvPr>
            <p:ph type="sldNum" sz="quarter" idx="5"/>
          </p:nvPr>
        </p:nvSpPr>
        <p:spPr/>
        <p:txBody>
          <a:bodyPr/>
          <a:lstStyle/>
          <a:p>
            <a:fld id="{8E164212-DD7E-4E0A-A79A-92BBFCEACCF6}" type="slidenum">
              <a:rPr lang="fr-FR" smtClean="0"/>
              <a:t>18</a:t>
            </a:fld>
            <a:endParaRPr lang="fr-FR"/>
          </a:p>
        </p:txBody>
      </p:sp>
      <p:sp>
        <p:nvSpPr>
          <p:cNvPr id="5" name="Espace réservé de l'en-tête 4">
            <a:extLst>
              <a:ext uri="{FF2B5EF4-FFF2-40B4-BE49-F238E27FC236}">
                <a16:creationId xmlns:a16="http://schemas.microsoft.com/office/drawing/2014/main" id="{41D65FCA-E85A-3459-0D92-D50454F8BB9E}"/>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512678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54556-7710-63F6-0BBF-E3E69CFA66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4170BA-9F8B-C77D-A8E4-5D6B69782B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3B2D20-2646-ED77-8291-32D26FB7CAAE}"/>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0F989CF8-688B-F5CE-9D71-4C6462058704}"/>
              </a:ext>
            </a:extLst>
          </p:cNvPr>
          <p:cNvSpPr>
            <a:spLocks noGrp="1"/>
          </p:cNvSpPr>
          <p:nvPr>
            <p:ph type="sldNum" sz="quarter" idx="5"/>
          </p:nvPr>
        </p:nvSpPr>
        <p:spPr/>
        <p:txBody>
          <a:bodyPr/>
          <a:lstStyle/>
          <a:p>
            <a:fld id="{8E164212-DD7E-4E0A-A79A-92BBFCEACCF6}" type="slidenum">
              <a:rPr lang="fr-FR" smtClean="0"/>
              <a:t>19</a:t>
            </a:fld>
            <a:endParaRPr lang="fr-FR"/>
          </a:p>
        </p:txBody>
      </p:sp>
      <p:sp>
        <p:nvSpPr>
          <p:cNvPr id="5" name="Espace réservé de l'en-tête 4">
            <a:extLst>
              <a:ext uri="{FF2B5EF4-FFF2-40B4-BE49-F238E27FC236}">
                <a16:creationId xmlns:a16="http://schemas.microsoft.com/office/drawing/2014/main" id="{0757D291-8A25-13E4-CEC2-05F59D680389}"/>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483630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BE45B-500B-0AFD-455F-7EE1BEF396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39B636-6F74-F970-D426-1C7471E65A3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838F1E0-BF9E-C100-2E4B-B941BF4A8418}"/>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EC46B022-53F0-FBDA-AEAC-E37E73202C06}"/>
              </a:ext>
            </a:extLst>
          </p:cNvPr>
          <p:cNvSpPr>
            <a:spLocks noGrp="1"/>
          </p:cNvSpPr>
          <p:nvPr>
            <p:ph type="sldNum" sz="quarter" idx="5"/>
          </p:nvPr>
        </p:nvSpPr>
        <p:spPr/>
        <p:txBody>
          <a:bodyPr/>
          <a:lstStyle/>
          <a:p>
            <a:fld id="{8E164212-DD7E-4E0A-A79A-92BBFCEACCF6}" type="slidenum">
              <a:rPr lang="fr-FR" smtClean="0"/>
              <a:t>20</a:t>
            </a:fld>
            <a:endParaRPr lang="fr-FR"/>
          </a:p>
        </p:txBody>
      </p:sp>
      <p:sp>
        <p:nvSpPr>
          <p:cNvPr id="5" name="Espace réservé de l'en-tête 4">
            <a:extLst>
              <a:ext uri="{FF2B5EF4-FFF2-40B4-BE49-F238E27FC236}">
                <a16:creationId xmlns:a16="http://schemas.microsoft.com/office/drawing/2014/main" id="{1B1645B0-9CA8-4C4A-1284-02245E9E700A}"/>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717892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91A5A-BF7F-264C-D495-6D82C706FD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B0F42D-AB80-4BE7-A2D2-FAFCB6F859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81FA4C9-98B2-2C1F-8EB9-4777DA081997}"/>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AC6B4000-1718-60C3-76CA-7D78CE3E0EA5}"/>
              </a:ext>
            </a:extLst>
          </p:cNvPr>
          <p:cNvSpPr>
            <a:spLocks noGrp="1"/>
          </p:cNvSpPr>
          <p:nvPr>
            <p:ph type="sldNum" sz="quarter" idx="5"/>
          </p:nvPr>
        </p:nvSpPr>
        <p:spPr/>
        <p:txBody>
          <a:bodyPr/>
          <a:lstStyle/>
          <a:p>
            <a:fld id="{8E164212-DD7E-4E0A-A79A-92BBFCEACCF6}" type="slidenum">
              <a:rPr lang="fr-FR" smtClean="0"/>
              <a:t>21</a:t>
            </a:fld>
            <a:endParaRPr lang="fr-FR"/>
          </a:p>
        </p:txBody>
      </p:sp>
      <p:sp>
        <p:nvSpPr>
          <p:cNvPr id="5" name="Espace réservé de l'en-tête 4">
            <a:extLst>
              <a:ext uri="{FF2B5EF4-FFF2-40B4-BE49-F238E27FC236}">
                <a16:creationId xmlns:a16="http://schemas.microsoft.com/office/drawing/2014/main" id="{12F651EF-23EA-C9FC-D211-FD6FA74F8130}"/>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801382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1D7D4-AC8E-73A8-1851-9037BB1A83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4116EF-F403-1A80-138F-4002A5F0E3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B94880F-F1DF-69DA-BC6B-B192922B7914}"/>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8774CBA0-6BC2-27F3-BF38-37A1DBC92A76}"/>
              </a:ext>
            </a:extLst>
          </p:cNvPr>
          <p:cNvSpPr>
            <a:spLocks noGrp="1"/>
          </p:cNvSpPr>
          <p:nvPr>
            <p:ph type="sldNum" sz="quarter" idx="5"/>
          </p:nvPr>
        </p:nvSpPr>
        <p:spPr/>
        <p:txBody>
          <a:bodyPr/>
          <a:lstStyle/>
          <a:p>
            <a:fld id="{8E164212-DD7E-4E0A-A79A-92BBFCEACCF6}" type="slidenum">
              <a:rPr lang="fr-FR" smtClean="0"/>
              <a:t>22</a:t>
            </a:fld>
            <a:endParaRPr lang="fr-FR"/>
          </a:p>
        </p:txBody>
      </p:sp>
      <p:sp>
        <p:nvSpPr>
          <p:cNvPr id="5" name="Espace réservé de l'en-tête 4">
            <a:extLst>
              <a:ext uri="{FF2B5EF4-FFF2-40B4-BE49-F238E27FC236}">
                <a16:creationId xmlns:a16="http://schemas.microsoft.com/office/drawing/2014/main" id="{51D904B5-C541-C9CD-D3ED-F4B35FC91F36}"/>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947562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042CF-3CFA-A303-F9F7-A4A4CA1850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883A90-D494-92F7-48D1-9F405E4493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F7C7D0A-335A-0EA2-7A0C-70C3A3CAA431}"/>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1C66BFCB-EE4C-E9C5-E8D5-BD66EE86C3DC}"/>
              </a:ext>
            </a:extLst>
          </p:cNvPr>
          <p:cNvSpPr>
            <a:spLocks noGrp="1"/>
          </p:cNvSpPr>
          <p:nvPr>
            <p:ph type="sldNum" sz="quarter" idx="5"/>
          </p:nvPr>
        </p:nvSpPr>
        <p:spPr/>
        <p:txBody>
          <a:bodyPr/>
          <a:lstStyle/>
          <a:p>
            <a:fld id="{8E164212-DD7E-4E0A-A79A-92BBFCEACCF6}" type="slidenum">
              <a:rPr lang="fr-FR" smtClean="0"/>
              <a:t>23</a:t>
            </a:fld>
            <a:endParaRPr lang="fr-FR"/>
          </a:p>
        </p:txBody>
      </p:sp>
      <p:sp>
        <p:nvSpPr>
          <p:cNvPr id="5" name="Espace réservé de l'en-tête 4">
            <a:extLst>
              <a:ext uri="{FF2B5EF4-FFF2-40B4-BE49-F238E27FC236}">
                <a16:creationId xmlns:a16="http://schemas.microsoft.com/office/drawing/2014/main" id="{4C1FCBA3-5F9F-B352-63BF-E7068DB7FF75}"/>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992607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8877-EE58-6AA2-E779-003AF2E9ED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4AB650-40E5-94E4-FC33-D0A55888C89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15655AC-9FA1-490A-D381-3EA690666747}"/>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6B7235C7-6228-1EB2-6654-814F7D2CC2F1}"/>
              </a:ext>
            </a:extLst>
          </p:cNvPr>
          <p:cNvSpPr>
            <a:spLocks noGrp="1"/>
          </p:cNvSpPr>
          <p:nvPr>
            <p:ph type="sldNum" sz="quarter" idx="5"/>
          </p:nvPr>
        </p:nvSpPr>
        <p:spPr/>
        <p:txBody>
          <a:bodyPr/>
          <a:lstStyle/>
          <a:p>
            <a:fld id="{8E164212-DD7E-4E0A-A79A-92BBFCEACCF6}" type="slidenum">
              <a:rPr lang="fr-FR" smtClean="0"/>
              <a:t>24</a:t>
            </a:fld>
            <a:endParaRPr lang="fr-FR"/>
          </a:p>
        </p:txBody>
      </p:sp>
      <p:sp>
        <p:nvSpPr>
          <p:cNvPr id="5" name="Espace réservé de l'en-tête 4">
            <a:extLst>
              <a:ext uri="{FF2B5EF4-FFF2-40B4-BE49-F238E27FC236}">
                <a16:creationId xmlns:a16="http://schemas.microsoft.com/office/drawing/2014/main" id="{2428BCF2-5DC3-63D3-AEE3-7A204754C660}"/>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8274789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ACD8D-E978-2401-4F8C-4E5DDA73D6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12FB3A-4A29-46F1-94BA-26CEC09FB44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E5AB5CE-B8C7-08B1-796B-856E9B6F5684}"/>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CB1364E0-0CEE-ED51-8B46-5C0599439A9A}"/>
              </a:ext>
            </a:extLst>
          </p:cNvPr>
          <p:cNvSpPr>
            <a:spLocks noGrp="1"/>
          </p:cNvSpPr>
          <p:nvPr>
            <p:ph type="sldNum" sz="quarter" idx="5"/>
          </p:nvPr>
        </p:nvSpPr>
        <p:spPr/>
        <p:txBody>
          <a:bodyPr/>
          <a:lstStyle/>
          <a:p>
            <a:fld id="{8E164212-DD7E-4E0A-A79A-92BBFCEACCF6}" type="slidenum">
              <a:rPr lang="fr-FR" smtClean="0"/>
              <a:t>25</a:t>
            </a:fld>
            <a:endParaRPr lang="fr-FR"/>
          </a:p>
        </p:txBody>
      </p:sp>
      <p:sp>
        <p:nvSpPr>
          <p:cNvPr id="5" name="Espace réservé de l'en-tête 4">
            <a:extLst>
              <a:ext uri="{FF2B5EF4-FFF2-40B4-BE49-F238E27FC236}">
                <a16:creationId xmlns:a16="http://schemas.microsoft.com/office/drawing/2014/main" id="{916BB349-0474-D3D6-EFCE-327B8159A229}"/>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237519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8F056-76E4-9D22-A850-D3ABD63D9D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5A18BD-932F-25A5-6733-F279779A15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54F0C3-FA5F-3D3F-2D5A-244B7F19FB75}"/>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32AA70D7-F400-C32B-6A7A-892F1B90213B}"/>
              </a:ext>
            </a:extLst>
          </p:cNvPr>
          <p:cNvSpPr>
            <a:spLocks noGrp="1"/>
          </p:cNvSpPr>
          <p:nvPr>
            <p:ph type="sldNum" sz="quarter" idx="5"/>
          </p:nvPr>
        </p:nvSpPr>
        <p:spPr/>
        <p:txBody>
          <a:bodyPr/>
          <a:lstStyle/>
          <a:p>
            <a:fld id="{8E164212-DD7E-4E0A-A79A-92BBFCEACCF6}" type="slidenum">
              <a:rPr lang="fr-FR" smtClean="0"/>
              <a:t>26</a:t>
            </a:fld>
            <a:endParaRPr lang="fr-FR"/>
          </a:p>
        </p:txBody>
      </p:sp>
      <p:sp>
        <p:nvSpPr>
          <p:cNvPr id="5" name="Espace réservé de l'en-tête 4">
            <a:extLst>
              <a:ext uri="{FF2B5EF4-FFF2-40B4-BE49-F238E27FC236}">
                <a16:creationId xmlns:a16="http://schemas.microsoft.com/office/drawing/2014/main" id="{16959115-8124-5268-4942-63152DC58864}"/>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22993605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C390-BBFF-ACD7-18FC-A72E3134BD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8D16D9-885C-D4C3-C603-EDED44C55A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E81961B-65F8-7032-EFC6-A9F5DFA051F6}"/>
              </a:ext>
            </a:extLst>
          </p:cNvPr>
          <p:cNvSpPr>
            <a:spLocks noGrp="1"/>
          </p:cNvSpPr>
          <p:nvPr>
            <p:ph type="body" idx="1"/>
          </p:nvPr>
        </p:nvSpPr>
        <p:spPr/>
        <p:txBody>
          <a:bodyPr/>
          <a:lstStyle/>
          <a:p>
            <a:r>
              <a:rPr lang="fr-FR"/>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7AF338AD-8795-6F70-5363-18A8A5C2CCFC}"/>
              </a:ext>
            </a:extLst>
          </p:cNvPr>
          <p:cNvSpPr>
            <a:spLocks noGrp="1"/>
          </p:cNvSpPr>
          <p:nvPr>
            <p:ph type="sldNum" sz="quarter" idx="5"/>
          </p:nvPr>
        </p:nvSpPr>
        <p:spPr/>
        <p:txBody>
          <a:bodyPr/>
          <a:lstStyle/>
          <a:p>
            <a:fld id="{8E164212-DD7E-4E0A-A79A-92BBFCEACCF6}" type="slidenum">
              <a:rPr lang="fr-FR" smtClean="0"/>
              <a:t>27</a:t>
            </a:fld>
            <a:endParaRPr lang="fr-FR"/>
          </a:p>
        </p:txBody>
      </p:sp>
      <p:sp>
        <p:nvSpPr>
          <p:cNvPr id="5" name="Espace réservé de l'en-tête 4">
            <a:extLst>
              <a:ext uri="{FF2B5EF4-FFF2-40B4-BE49-F238E27FC236}">
                <a16:creationId xmlns:a16="http://schemas.microsoft.com/office/drawing/2014/main" id="{838D8500-18B0-59CD-0473-F1067EA31CD9}"/>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15508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C4D72-738A-D346-5FE6-FEBB81E56E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FB5A73-C87A-BCB3-1838-18E92309CB7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3C33B73-FE17-7CE5-437C-C3365C12EBD4}"/>
              </a:ext>
            </a:extLst>
          </p:cNvPr>
          <p:cNvSpPr>
            <a:spLocks noGrp="1"/>
          </p:cNvSpPr>
          <p:nvPr>
            <p:ph type="body" idx="1"/>
          </p:nvPr>
        </p:nvSpPr>
        <p:spPr/>
        <p:txBody>
          <a:bodyPr/>
          <a:lstStyle/>
          <a:p>
            <a:r>
              <a:rPr lang="fr-FR" dirty="0"/>
              <a:t>Objectifs du projet et enjeux énergétiques, Présentation des sources de données météo et énergétiques, Intérêt des prévisions de production pour les centrales renouvelables</a:t>
            </a:r>
          </a:p>
        </p:txBody>
      </p:sp>
      <p:sp>
        <p:nvSpPr>
          <p:cNvPr id="4" name="Espace réservé du numéro de diapositive 3">
            <a:extLst>
              <a:ext uri="{FF2B5EF4-FFF2-40B4-BE49-F238E27FC236}">
                <a16:creationId xmlns:a16="http://schemas.microsoft.com/office/drawing/2014/main" id="{9F46A9CC-F642-DF8F-8F48-C249366DDF20}"/>
              </a:ext>
            </a:extLst>
          </p:cNvPr>
          <p:cNvSpPr>
            <a:spLocks noGrp="1"/>
          </p:cNvSpPr>
          <p:nvPr>
            <p:ph type="sldNum" sz="quarter" idx="5"/>
          </p:nvPr>
        </p:nvSpPr>
        <p:spPr/>
        <p:txBody>
          <a:bodyPr/>
          <a:lstStyle/>
          <a:p>
            <a:fld id="{8E164212-DD7E-4E0A-A79A-92BBFCEACCF6}" type="slidenum">
              <a:rPr lang="fr-FR" smtClean="0"/>
              <a:t>28</a:t>
            </a:fld>
            <a:endParaRPr lang="fr-FR"/>
          </a:p>
        </p:txBody>
      </p:sp>
      <p:sp>
        <p:nvSpPr>
          <p:cNvPr id="5" name="Espace réservé de l'en-tête 4">
            <a:extLst>
              <a:ext uri="{FF2B5EF4-FFF2-40B4-BE49-F238E27FC236}">
                <a16:creationId xmlns:a16="http://schemas.microsoft.com/office/drawing/2014/main" id="{6895C4AB-7C2A-BA13-43E8-734B56959AC0}"/>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494480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B268-F9A0-37F9-C536-6AF0891EF7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086979-2C5F-710B-5148-4CA71F521E5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26177D-501A-E5E7-184A-519EB5630E43}"/>
              </a:ext>
            </a:extLst>
          </p:cNvPr>
          <p:cNvSpPr>
            <a:spLocks noGrp="1"/>
          </p:cNvSpPr>
          <p:nvPr>
            <p:ph type="body" idx="1"/>
          </p:nvPr>
        </p:nvSpPr>
        <p:spPr/>
        <p:txBody>
          <a:bodyPr/>
          <a:lstStyle/>
          <a:p>
            <a:r>
              <a:rPr lang="fr-FR" dirty="0"/>
              <a:t>Aujourd’hui, </a:t>
            </a:r>
            <a:r>
              <a:rPr lang="fr-FR" dirty="0" err="1"/>
              <a:t>Airflow</a:t>
            </a:r>
            <a:r>
              <a:rPr lang="fr-FR" dirty="0"/>
              <a:t> orchestre directement le code Python du projet. </a:t>
            </a:r>
          </a:p>
          <a:p>
            <a:r>
              <a:rPr lang="fr-FR" dirty="0"/>
              <a:t>Une évolution possible serait de découpler les traitements en services indépendants exposés via API REST avec </a:t>
            </a:r>
            <a:r>
              <a:rPr lang="fr-FR" dirty="0" err="1"/>
              <a:t>FastAPI</a:t>
            </a:r>
            <a:r>
              <a:rPr lang="fr-FR" dirty="0"/>
              <a:t>. </a:t>
            </a:r>
          </a:p>
          <a:p>
            <a:r>
              <a:rPr lang="fr-FR" dirty="0" err="1"/>
              <a:t>Airflow</a:t>
            </a:r>
            <a:r>
              <a:rPr lang="fr-FR" dirty="0"/>
              <a:t> deviendrait alors uniquement un orchestrateur appelant ces services. </a:t>
            </a:r>
          </a:p>
          <a:p>
            <a:r>
              <a:rPr lang="fr-FR" dirty="0"/>
              <a:t>Cela permettrait une meilleure scalabilité, une maintenance facilitée et un déploiement distribué sur plusieurs serveurs.</a:t>
            </a:r>
          </a:p>
          <a:p>
            <a:r>
              <a:rPr lang="fr-FR" dirty="0"/>
              <a:t>Cela permettrait également d’isoler les dépendances techniques de chaque module.</a:t>
            </a:r>
          </a:p>
        </p:txBody>
      </p:sp>
      <p:sp>
        <p:nvSpPr>
          <p:cNvPr id="4" name="Espace réservé du numéro de diapositive 3">
            <a:extLst>
              <a:ext uri="{FF2B5EF4-FFF2-40B4-BE49-F238E27FC236}">
                <a16:creationId xmlns:a16="http://schemas.microsoft.com/office/drawing/2014/main" id="{D15EF2BE-EABF-B61B-0DC0-1EFA775B8F17}"/>
              </a:ext>
            </a:extLst>
          </p:cNvPr>
          <p:cNvSpPr>
            <a:spLocks noGrp="1"/>
          </p:cNvSpPr>
          <p:nvPr>
            <p:ph type="sldNum" sz="quarter" idx="5"/>
          </p:nvPr>
        </p:nvSpPr>
        <p:spPr/>
        <p:txBody>
          <a:bodyPr/>
          <a:lstStyle/>
          <a:p>
            <a:fld id="{8E164212-DD7E-4E0A-A79A-92BBFCEACCF6}" type="slidenum">
              <a:rPr lang="fr-FR" smtClean="0"/>
              <a:t>11</a:t>
            </a:fld>
            <a:endParaRPr lang="fr-FR"/>
          </a:p>
        </p:txBody>
      </p:sp>
      <p:sp>
        <p:nvSpPr>
          <p:cNvPr id="5" name="Espace réservé de l'en-tête 4">
            <a:extLst>
              <a:ext uri="{FF2B5EF4-FFF2-40B4-BE49-F238E27FC236}">
                <a16:creationId xmlns:a16="http://schemas.microsoft.com/office/drawing/2014/main" id="{82078A69-5701-DD45-E5BD-B5E93F895674}"/>
              </a:ext>
            </a:extLst>
          </p:cNvPr>
          <p:cNvSpPr>
            <a:spLocks noGrp="1"/>
          </p:cNvSpPr>
          <p:nvPr>
            <p:ph type="hdr" sz="quarter"/>
          </p:nvPr>
        </p:nvSpPr>
        <p:spPr/>
        <p:txBody>
          <a:bodyPr/>
          <a:lstStyle/>
          <a:p>
            <a:r>
              <a:rPr lang="fr-FR"/>
              <a:t>Projet Prédictelec - Georges Cardenas, Julien Neville, Caroline Nony</a:t>
            </a:r>
          </a:p>
        </p:txBody>
      </p:sp>
    </p:spTree>
    <p:extLst>
      <p:ext uri="{BB962C8B-B14F-4D97-AF65-F5344CB8AC3E}">
        <p14:creationId xmlns:p14="http://schemas.microsoft.com/office/powerpoint/2010/main" val="32251775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re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rtl="0"/>
            <a:r>
              <a:rPr lang="fr"/>
              <a:t>Modifiez le style des sous-titres du masque</a:t>
            </a:r>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lvl1pPr>
              <a:defRPr sz="1000"/>
            </a:lvl1pPr>
          </a:lstStyle>
          <a:p>
            <a:pPr rtl="0"/>
            <a:r>
              <a:rPr lang="it-IT"/>
              <a:t>DataScientest/Liora - Data Engineer 062025-052026</a:t>
            </a:r>
            <a:endParaRPr lang="en-US" sz="1000" dirty="0"/>
          </a:p>
        </p:txBody>
      </p:sp>
      <p:sp>
        <p:nvSpPr>
          <p:cNvPr id="7" name="Espace réservé de la date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lvl1pPr>
              <a:defRPr sz="1000"/>
            </a:lvl1pPr>
          </a:lstStyle>
          <a:p>
            <a:pPr rtl="0"/>
            <a:r>
              <a:rPr lang="fr-FR"/>
              <a:t>30/10/2025</a:t>
            </a:r>
            <a:endParaRPr lang="en-US" sz="1000" dirty="0"/>
          </a:p>
        </p:txBody>
      </p:sp>
      <p:sp>
        <p:nvSpPr>
          <p:cNvPr id="9" name="Espace réservé du numéro de diapositive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lvl1pPr>
              <a:defRPr sz="1000"/>
            </a:lvl1pPr>
          </a:lstStyle>
          <a:p>
            <a:pPr rtl="0"/>
            <a:fld id="{AEAA3239-9EA4-4A65-A281-97F994456D9F}" type="slidenum">
              <a:rPr lang="en-US" smtClean="0"/>
              <a:pPr/>
              <a:t>‹N°›</a:t>
            </a:fld>
            <a:endParaRPr lang="en-US" sz="1000" dirty="0"/>
          </a:p>
        </p:txBody>
      </p:sp>
      <p:cxnSp>
        <p:nvCxnSpPr>
          <p:cNvPr id="4" name="Connecteur droit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5760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45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fr"/>
              <a:t>Modifiez le style des sous-titres du masque</a:t>
            </a:r>
            <a:endParaRPr lang="en-US" dirty="0"/>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rtlCol="0"/>
          <a:lstStyle/>
          <a:p>
            <a:pPr rtl="0"/>
            <a:r>
              <a:rPr lang="it-IT"/>
              <a:t>DataScientest/Liora - Data Engineer 062025-052026</a:t>
            </a:r>
            <a:endParaRPr lang="fr"/>
          </a:p>
        </p:txBody>
      </p:sp>
      <p:sp>
        <p:nvSpPr>
          <p:cNvPr id="7" name="Espace réservé de la date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rtlCol="0"/>
          <a:lstStyle/>
          <a:p>
            <a:pPr rtl="0"/>
            <a:r>
              <a:rPr lang="fr-FR"/>
              <a:t>30/10/2025</a:t>
            </a:r>
            <a:endParaRPr lang="en-US" dirty="0"/>
          </a:p>
        </p:txBody>
      </p:sp>
      <p:sp>
        <p:nvSpPr>
          <p:cNvPr id="9" name="Espace réservé du numéro de diapositive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0195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fr"/>
              <a:t>Modifiez le style des sous-titres du masque</a:t>
            </a:r>
            <a:endParaRPr lang="en-US" dirty="0"/>
          </a:p>
        </p:txBody>
      </p:sp>
      <p:sp>
        <p:nvSpPr>
          <p:cNvPr id="14" name="Espace réservé d’image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tx1"/>
                </a:solidFill>
                <a:effectLst/>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12" name="Connecteur droit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562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avec imag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rtl="0"/>
            <a:r>
              <a:rPr lang="fr"/>
              <a:t>Modifiez le style des sous-titres du masque</a:t>
            </a:r>
            <a:endParaRPr lang="en-US" dirty="0"/>
          </a:p>
        </p:txBody>
      </p:sp>
      <p:sp>
        <p:nvSpPr>
          <p:cNvPr id="14" name="Espace réservé d’image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lvl1pPr>
              <a:defRPr>
                <a:solidFill>
                  <a:schemeClr val="tx1"/>
                </a:solidFill>
                <a:effectLst/>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9" name="Connecteur droit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60705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1235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r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rtl="0"/>
            <a:r>
              <a:rPr lang="fr"/>
              <a:t>Modifiez le style du titre</a:t>
            </a:r>
            <a:endParaRPr lang="en-US" dirty="0"/>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573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r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rtlCol="0" anchor="b">
            <a:normAutofit/>
          </a:bodyPr>
          <a:lstStyle>
            <a:lvl1pPr algn="ctr">
              <a:defRPr sz="6000"/>
            </a:lvl1pPr>
          </a:lstStyle>
          <a:p>
            <a:pPr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rtlCol="0">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1677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tête de sect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2184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n-tête de section 2">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7393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n-tête de section 3">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346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rdre du j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rtlCol="0" anchor="ctr">
            <a:normAutofit/>
          </a:bodyPr>
          <a:lstStyle>
            <a:lvl1pPr>
              <a:defRPr sz="3600"/>
            </a:lvl1pPr>
          </a:lstStyle>
          <a:p>
            <a:pPr rtl="0"/>
            <a:r>
              <a:rPr lang="fr"/>
              <a:t>Modifiez le style du titre</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rtlCol="0"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158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dre du jour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rtlCol="0" anchor="b">
            <a:normAutofit/>
          </a:bodyPr>
          <a:lstStyle>
            <a:lvl1pPr>
              <a:defRPr sz="3600"/>
            </a:lvl1pPr>
          </a:lstStyle>
          <a:p>
            <a:pPr rtl="0"/>
            <a:r>
              <a:rPr lang="fr"/>
              <a:t>Modifiez le style du titre</a:t>
            </a:r>
          </a:p>
        </p:txBody>
      </p:sp>
      <p:sp>
        <p:nvSpPr>
          <p:cNvPr id="10" name="Espace réservé d’image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rtlCol="0">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6525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 2">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rtlCol="0" anchor="b"/>
          <a:lstStyle/>
          <a:p>
            <a:pPr rtl="0"/>
            <a:r>
              <a:rPr lang="fr"/>
              <a:t>Modifiez le style du titre</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space réservé du contenu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rtlCol="0"/>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1419863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u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rtlCol="0" anchor="t">
            <a:normAutofit/>
          </a:bodyPr>
          <a:lstStyle>
            <a:lvl1pPr>
              <a:defRPr sz="3600"/>
            </a:lvl1pPr>
          </a:lstStyle>
          <a:p>
            <a:pPr rtl="0"/>
            <a:r>
              <a:rPr lang="fr"/>
              <a:t>Modifiez le style du titre</a:t>
            </a:r>
          </a:p>
        </p:txBody>
      </p:sp>
      <p:sp>
        <p:nvSpPr>
          <p:cNvPr id="8" name="Espace réservé du contenu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287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u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rtlCol="0" anchor="t">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0158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rtlCol="0" anchor="b">
            <a:normAutofit/>
          </a:bodyPr>
          <a:lstStyle>
            <a:lvl1pPr>
              <a:defRPr sz="3600"/>
            </a:lvl1pPr>
          </a:lstStyle>
          <a:p>
            <a:pPr rtl="0"/>
            <a:r>
              <a:rPr lang="fr"/>
              <a:t>Modifiez le style du titre</a:t>
            </a:r>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9311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u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rtlCol="0" anchor="b">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45118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u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rtlCol="0" anchor="t"/>
          <a:lstStyle/>
          <a:p>
            <a:pPr rtl="0"/>
            <a:r>
              <a:rPr lang="fr"/>
              <a:t>Modifiez le style du titre</a:t>
            </a:r>
            <a:endParaRPr lang="en-US" dirty="0"/>
          </a:p>
        </p:txBody>
      </p:sp>
      <p:sp>
        <p:nvSpPr>
          <p:cNvPr id="10" name="Espace réservé d’image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rtlCol="0"/>
          <a:lstStyle>
            <a:lvl1pPr>
              <a:defRPr>
                <a:solidFill>
                  <a:schemeClr val="tx1"/>
                </a:solidFill>
                <a:effectLst/>
              </a:defRPr>
            </a:lvl1pPr>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329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u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rtlCol="0" anchor="t"/>
          <a:lstStyle/>
          <a:p>
            <a:pPr rtl="0"/>
            <a:r>
              <a:rPr lang="fr"/>
              <a:t>Modifiez le style du titre</a:t>
            </a:r>
          </a:p>
        </p:txBody>
      </p:sp>
      <p:sp>
        <p:nvSpPr>
          <p:cNvPr id="11" name="Espace réservé du contenu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3" name="Espace réservé d’image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rtlCol="0"/>
          <a:lstStyle>
            <a:lvl1pPr>
              <a:defRPr>
                <a:solidFill>
                  <a:schemeClr val="tx1"/>
                </a:solidFill>
                <a:effectLst/>
              </a:defRPr>
            </a:lvl1pPr>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59711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u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7157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u avec Imag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4912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Image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rtlCol="0" anchor="t">
            <a:normAutofit/>
          </a:bodyPr>
          <a:lstStyle>
            <a:lvl1pPr>
              <a:defRPr sz="3600"/>
            </a:lvl1pPr>
          </a:lstStyle>
          <a:p>
            <a:pPr rtl="0"/>
            <a:r>
              <a:rPr lang="fr"/>
              <a:t>Modifiez le style du titre</a:t>
            </a:r>
          </a:p>
        </p:txBody>
      </p:sp>
      <p:sp>
        <p:nvSpPr>
          <p:cNvPr id="7" name="Espace réservé du contenu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image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47227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u avec Image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rtlCol="0" anchor="t">
            <a:normAutofit/>
          </a:bodyPr>
          <a:lstStyle>
            <a:lvl1pPr>
              <a:defRPr sz="3600"/>
            </a:lvl1pPr>
          </a:lstStyle>
          <a:p>
            <a:pPr rtl="0"/>
            <a:r>
              <a:rPr lang="fr"/>
              <a:t>Modifiez le style du titre</a:t>
            </a:r>
          </a:p>
        </p:txBody>
      </p:sp>
      <p:sp>
        <p:nvSpPr>
          <p:cNvPr id="13" name="Espace réservé d’image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rtlCol="0"/>
          <a:lstStyle>
            <a:lvl1pPr>
              <a:defRPr>
                <a:solidFill>
                  <a:schemeClr val="tx1"/>
                </a:solidFill>
                <a:effectLst/>
              </a:defRPr>
            </a:lvl1pPr>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862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avec Image 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rtlCol="0" anchor="t">
            <a:normAutofit/>
          </a:bodyPr>
          <a:lstStyle>
            <a:lvl1pPr>
              <a:defRPr sz="3600"/>
            </a:lvl1pPr>
          </a:lstStyle>
          <a:p>
            <a:pPr rtl="0"/>
            <a:r>
              <a:rPr lang="fr"/>
              <a:t>Modifiez le style du titre</a:t>
            </a:r>
            <a:endParaRPr lang="en-US" dirty="0"/>
          </a:p>
        </p:txBody>
      </p:sp>
      <p:sp>
        <p:nvSpPr>
          <p:cNvPr id="16" name="Espace réservé du contenu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8" name="Espace réservé d’image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rtlCol="0"/>
          <a:lstStyle>
            <a:lvl1pPr>
              <a:defRPr>
                <a:solidFill>
                  <a:schemeClr val="tx1"/>
                </a:solidFill>
                <a:effectLst/>
              </a:defRPr>
            </a:lvl1pPr>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lvl1pPr>
              <a:defRPr>
                <a:solidFill>
                  <a:schemeClr val="accent1"/>
                </a:solidFill>
                <a:effectLst/>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04069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u avec Image 8">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rtlCol="0" anchor="t">
            <a:normAutofit/>
          </a:bodyPr>
          <a:lstStyle>
            <a:lvl1pPr>
              <a:defRPr sz="3600"/>
            </a:lvl1pPr>
          </a:lstStyle>
          <a:p>
            <a:pPr rtl="0"/>
            <a:r>
              <a:rPr lang="fr"/>
              <a:t>Modifiez le style du titre</a:t>
            </a:r>
            <a:endParaRPr lang="en-US" dirty="0"/>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250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u avec image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rtlCol="0" anchor="t">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image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18013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u avec image 10">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rtlCol="0" anchor="ctr">
            <a:normAutofit/>
          </a:bodyPr>
          <a:lstStyle>
            <a:lvl1pPr>
              <a:defRPr sz="3600"/>
            </a:lvl1pPr>
          </a:lstStyle>
          <a:p>
            <a:pPr rtl="0"/>
            <a:r>
              <a:rPr lang="fr"/>
              <a:t>Modifiez le style du titre</a:t>
            </a:r>
            <a:endParaRPr lang="en-US" dirty="0"/>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151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u avec image 1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rtlCol="0" anchor="t"/>
          <a:lstStyle/>
          <a:p>
            <a:pPr rtl="0"/>
            <a:r>
              <a:rPr lang="fr"/>
              <a:t>Modifiez le style du titre</a:t>
            </a:r>
            <a:endParaRPr lang="en-US" dirty="0"/>
          </a:p>
        </p:txBody>
      </p:sp>
      <p:sp>
        <p:nvSpPr>
          <p:cNvPr id="14" name="Espace réservé d’image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5789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u avec image 1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rtlCol="0" anchor="b"/>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image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10" name="Espace réservé du pied de page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rtlCol="0"/>
          <a:lstStyle/>
          <a:p>
            <a:pPr rtl="0"/>
            <a:r>
              <a:rPr lang="it-IT"/>
              <a:t>DataScientest/Liora - Data Engineer 062025-052026</a:t>
            </a:r>
            <a:endParaRPr lang="fr"/>
          </a:p>
        </p:txBody>
      </p:sp>
      <p:sp>
        <p:nvSpPr>
          <p:cNvPr id="9" name="Espace réservé de la date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rtlCol="0"/>
          <a:lstStyle/>
          <a:p>
            <a:pPr rtl="0"/>
            <a:r>
              <a:rPr lang="fr-FR"/>
              <a:t>30/10/2025</a:t>
            </a:r>
            <a:endParaRPr lang="en-US" dirty="0"/>
          </a:p>
        </p:txBody>
      </p:sp>
      <p:sp>
        <p:nvSpPr>
          <p:cNvPr id="12" name="Espace réservé du numéro de diapositive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1606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u avec image 13">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rtlCol="0" anchor="t"/>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9482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u avec image 1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rtlCol="0" anchor="t"/>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image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61760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u avec image 15">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rtlCol="0" anchor="t"/>
          <a:lstStyle/>
          <a:p>
            <a:pPr rtl="0"/>
            <a:r>
              <a:rPr lang="fr"/>
              <a:t>Modifiez le style du titre</a:t>
            </a:r>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22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1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rtlCol="0" anchor="t"/>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rtlCol="0"/>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rtlCol="0"/>
          <a:lstStyle/>
          <a:p>
            <a:pPr rtl="0"/>
            <a:r>
              <a:rPr lang="fr-FR"/>
              <a:t>30/10/2025</a:t>
            </a:r>
            <a:endParaRPr lang="en-US" dirty="0"/>
          </a:p>
        </p:txBody>
      </p:sp>
      <p:sp>
        <p:nvSpPr>
          <p:cNvPr id="9" name="Espace réservé du numéro de diapositive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70283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u avec image 1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rtlCol="0" anchor="t"/>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image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rtlCol="0"/>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fr-FR"/>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11184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u avec image 18">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024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u avec image 19">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575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ombre en gran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rtlCol="0" anchor="b">
            <a:normAutofit/>
          </a:bodyPr>
          <a:lstStyle>
            <a:lvl1pPr algn="ctr">
              <a:lnSpc>
                <a:spcPct val="110000"/>
              </a:lnSpc>
              <a:defRPr sz="2600" b="1" i="0">
                <a:solidFill>
                  <a:schemeClr val="bg1"/>
                </a:solidFill>
                <a:latin typeface="+mn-lt"/>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rtlCol="0"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rtl="0"/>
            <a:r>
              <a:rPr lang="fr"/>
              <a:t>##%</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99582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mbre en grand 2">
    <p:bg>
      <p:bgPr>
        <a:solidFill>
          <a:schemeClr val="bg2"/>
        </a:solidFill>
        <a:effectLst/>
      </p:bgPr>
    </p:bg>
    <p:spTree>
      <p:nvGrpSpPr>
        <p:cNvPr id="1" name=""/>
        <p:cNvGrpSpPr/>
        <p:nvPr/>
      </p:nvGrpSpPr>
      <p:grpSpPr>
        <a:xfrm>
          <a:off x="0" y="0"/>
          <a:ext cx="0" cy="0"/>
          <a:chOff x="0" y="0"/>
          <a:chExt cx="0" cy="0"/>
        </a:xfrm>
      </p:grpSpPr>
      <p:sp>
        <p:nvSpPr>
          <p:cNvPr id="10" name="Titr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rtlCol="0" anchor="b"/>
          <a:lstStyle>
            <a:lvl1pPr>
              <a:lnSpc>
                <a:spcPct val="110000"/>
              </a:lnSpc>
              <a:defRPr sz="2600" b="1">
                <a:solidFill>
                  <a:schemeClr val="accent1"/>
                </a:solidFill>
                <a:latin typeface="+mn-lt"/>
              </a:defRPr>
            </a:lvl1pPr>
          </a:lstStyle>
          <a:p>
            <a:pPr rtl="0"/>
            <a:r>
              <a:rPr lang="fr"/>
              <a:t>Modifiez le style du titre</a:t>
            </a:r>
          </a:p>
        </p:txBody>
      </p:sp>
      <p:sp>
        <p:nvSpPr>
          <p:cNvPr id="9" name="Espace réservé du contenu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rtlCol="0"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15489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mbre en grand 3">
    <p:bg>
      <p:bgPr>
        <a:solidFill>
          <a:schemeClr val="bg2"/>
        </a:solidFill>
        <a:effectLst/>
      </p:bgPr>
    </p:bg>
    <p:spTree>
      <p:nvGrpSpPr>
        <p:cNvPr id="1" name=""/>
        <p:cNvGrpSpPr/>
        <p:nvPr/>
      </p:nvGrpSpPr>
      <p:grpSpPr>
        <a:xfrm>
          <a:off x="0" y="0"/>
          <a:ext cx="0" cy="0"/>
          <a:chOff x="0" y="0"/>
          <a:chExt cx="0" cy="0"/>
        </a:xfrm>
      </p:grpSpPr>
      <p:sp>
        <p:nvSpPr>
          <p:cNvPr id="10" name="Titr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rtlCol="0" anchor="ctr"/>
          <a:lstStyle>
            <a:lvl1pPr>
              <a:lnSpc>
                <a:spcPct val="110000"/>
              </a:lnSpc>
              <a:defRPr sz="2600" b="1">
                <a:solidFill>
                  <a:schemeClr val="accent1"/>
                </a:solidFill>
                <a:latin typeface="+mn-lt"/>
              </a:defRPr>
            </a:lvl1pPr>
          </a:lstStyle>
          <a:p>
            <a:pPr rtl="0"/>
            <a:r>
              <a:rPr lang="fr"/>
              <a:t>Modifiez le style du titre</a:t>
            </a:r>
          </a:p>
        </p:txBody>
      </p:sp>
      <p:sp>
        <p:nvSpPr>
          <p:cNvPr id="9" name="Espace réservé du contenu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rtlCol="0"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2812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mbre en grand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rtlCol="0"/>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r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rtlCol="0"/>
          <a:lstStyle>
            <a:lvl1pPr>
              <a:lnSpc>
                <a:spcPct val="110000"/>
              </a:lnSpc>
              <a:defRPr sz="2800" b="1">
                <a:solidFill>
                  <a:schemeClr val="bg1"/>
                </a:solidFill>
                <a:latin typeface="+mn-lt"/>
              </a:defRPr>
            </a:lvl1pPr>
          </a:lstStyle>
          <a:p>
            <a:pPr rtl="0"/>
            <a:r>
              <a:rPr lang="fr"/>
              <a:t>Modifiez le style du titre</a:t>
            </a:r>
          </a:p>
        </p:txBody>
      </p:sp>
    </p:spTree>
    <p:extLst>
      <p:ext uri="{BB962C8B-B14F-4D97-AF65-F5344CB8AC3E}">
        <p14:creationId xmlns:p14="http://schemas.microsoft.com/office/powerpoint/2010/main" val="4071972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Énoncé">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rtlCol="0"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66325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Énoncé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rtlCol="0"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39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Énoncé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rtlCol="0"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84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Énoncé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982245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ita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rtlCol="0" anchor="b">
            <a:normAutofit/>
          </a:bodyPr>
          <a:lstStyle>
            <a:lvl1pPr>
              <a:lnSpc>
                <a:spcPct val="120000"/>
              </a:lnSpc>
              <a:defRPr sz="2000" b="1" i="0" spc="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rtlCol="0"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0822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itat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rtlCol="0" anchor="ctr">
            <a:normAutofit/>
          </a:bodyPr>
          <a:lstStyle>
            <a:lvl1pPr algn="r">
              <a:lnSpc>
                <a:spcPct val="120000"/>
              </a:lnSpc>
              <a:defRPr sz="2000" b="1" i="0" spc="0">
                <a:solidFill>
                  <a:schemeClr val="bg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rtlCol="0"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419894"/>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ita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rtlCol="0" anchor="b">
            <a:normAutofit/>
          </a:bodyPr>
          <a:lstStyle>
            <a:lvl1pPr algn="r">
              <a:lnSpc>
                <a:spcPct val="120000"/>
              </a:lnSpc>
              <a:defRPr sz="2000" b="1" i="0" spc="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rtlCol="0"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43064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rtlCol="0" anchor="b">
            <a:normAutofit/>
          </a:bodyPr>
          <a:lstStyle>
            <a:lvl1pPr>
              <a:defRPr sz="7200">
                <a:solidFill>
                  <a:schemeClr val="tx1"/>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rtlCol="0"/>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it-IT"/>
              <a:t>DataScientest/Liora - Data Engineer 062025-052026</a:t>
            </a:r>
            <a:endParaRPr lang="f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781164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rtlCol="0" anchor="b">
            <a:noAutofit/>
          </a:bodyPr>
          <a:lstStyle>
            <a:lvl1pPr>
              <a:defRPr sz="7200">
                <a:solidFill>
                  <a:schemeClr val="bg1"/>
                </a:solidFill>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rtlCol="0">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bg1"/>
                </a:solidFill>
              </a:defRPr>
            </a:lvl1pPr>
          </a:lstStyle>
          <a:p>
            <a:pPr rtl="0"/>
            <a:r>
              <a:rPr lang="it-IT"/>
              <a:t>DataScientest/Liora - Data Engineer 062025-052026</a:t>
            </a:r>
            <a:endParaRPr lang="en-US" dirty="0">
              <a:solidFill>
                <a:schemeClr val="bg1"/>
              </a:solidFill>
            </a:endParaRP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fr-FR"/>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428864"/>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rtlCol="0" anchor="t"/>
          <a:lstStyle/>
          <a:p>
            <a:pPr rtl="0"/>
            <a:r>
              <a:rPr lang="fr"/>
              <a:t>Modifiez le style du titre</a:t>
            </a:r>
            <a:endParaRPr lang="en-US" dirty="0"/>
          </a:p>
        </p:txBody>
      </p:sp>
      <p:sp>
        <p:nvSpPr>
          <p:cNvPr id="4" name="Espace réservé du contenu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0" name="Espace réservé du contenu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7625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rtlCol="0" anchor="t"/>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texte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2" name="Espace réservé du contenu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8" name="Espace réservé du pied de page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7" name="Espace réservé de la date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9" name="Espace réservé du numéro de diapositive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9813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rtlCol="0" anchor="t"/>
          <a:lstStyle/>
          <a:p>
            <a:pPr rtl="0"/>
            <a:r>
              <a:rPr lang="fr"/>
              <a:t>Modifiez le style du titre</a:t>
            </a:r>
            <a:endParaRPr lang="en-US" dirty="0"/>
          </a:p>
        </p:txBody>
      </p:sp>
      <p:sp>
        <p:nvSpPr>
          <p:cNvPr id="4" name="Espace réservé du pied de page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3" name="Espace réservé de la date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5" name="Espace réservé du numéro de diapositiv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86647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2" name="Espace réservé de la date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4" name="Espace réservé du numéro de diapositiv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0133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rtlCol="0" anchor="t">
            <a:normAutofit/>
          </a:bodyPr>
          <a:lstStyle>
            <a:lvl1pPr>
              <a:defRPr sz="36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60085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rtlCol="0" anchor="t">
            <a:normAutofit/>
          </a:bodyPr>
          <a:lstStyle>
            <a:lvl1pPr>
              <a:defRPr sz="36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
              <a:t>   </a:t>
            </a:r>
          </a:p>
        </p:txBody>
      </p:sp>
      <p:sp>
        <p:nvSpPr>
          <p:cNvPr id="6" name="Espace réservé du pied de page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it-IT"/>
              <a:t>DataScientest/Liora - Data Engineer 062025-052026</a:t>
            </a:r>
            <a:endParaRPr lang="fr"/>
          </a:p>
        </p:txBody>
      </p:sp>
      <p:sp>
        <p:nvSpPr>
          <p:cNvPr id="5" name="Espace réservé de la date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rtlCol="0"/>
          <a:lstStyle/>
          <a:p>
            <a:pPr rtl="0"/>
            <a:r>
              <a:rPr lang="fr-FR"/>
              <a:t>30/10/2025</a:t>
            </a:r>
            <a:endParaRPr lang="en-US" dirty="0"/>
          </a:p>
        </p:txBody>
      </p:sp>
      <p:sp>
        <p:nvSpPr>
          <p:cNvPr id="7" name="Espace réservé du numéro de diapositive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147875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pPr rtl="0"/>
            <a:r>
              <a:rPr lang="fr"/>
              <a:t>Modifiez le style du titre</a:t>
            </a:r>
          </a:p>
        </p:txBody>
      </p:sp>
      <p:sp>
        <p:nvSpPr>
          <p:cNvPr id="3" name="Espace réservé du texte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e la date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pPr rtl="0"/>
            <a:r>
              <a:rPr lang="fr-FR"/>
              <a:t>30/10/2025</a:t>
            </a:r>
            <a:endParaRPr lang="en-US" dirty="0"/>
          </a:p>
        </p:txBody>
      </p:sp>
      <p:sp>
        <p:nvSpPr>
          <p:cNvPr id="5" name="Espace réservé du pied de page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pPr rtl="0"/>
            <a:r>
              <a:rPr lang="it-IT"/>
              <a:t>DataScientest/Liora - Data Engineer 062025-052026</a:t>
            </a:r>
            <a:endParaRPr lang="en-US" dirty="0"/>
          </a:p>
        </p:txBody>
      </p:sp>
      <p:sp>
        <p:nvSpPr>
          <p:cNvPr id="6" name="Espace réservé du numéro de diapositive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pPr rtl="0"/>
            <a:fld id="{AEAA3239-9EA4-4A65-A281-97F994456D9F}" type="slidenum">
              <a:rPr lang="en-US" smtClean="0"/>
              <a:pPr/>
              <a:t>‹N°›</a:t>
            </a:fld>
            <a:endParaRPr lang="en-US" dirty="0"/>
          </a:p>
        </p:txBody>
      </p:sp>
    </p:spTree>
    <p:extLst>
      <p:ext uri="{BB962C8B-B14F-4D97-AF65-F5344CB8AC3E}">
        <p14:creationId xmlns:p14="http://schemas.microsoft.com/office/powerpoint/2010/main" val="27602071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xml"/><Relationship Id="rId1" Type="http://schemas.openxmlformats.org/officeDocument/2006/relationships/slideLayout" Target="../slideLayouts/slideLayout51.xml"/><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xml"/><Relationship Id="rId1" Type="http://schemas.openxmlformats.org/officeDocument/2006/relationships/slideLayout" Target="../slideLayouts/slideLayout51.xml"/><Relationship Id="rId4" Type="http://schemas.openxmlformats.org/officeDocument/2006/relationships/image" Target="../media/image24.svg"/></Relationships>
</file>

<file path=ppt/slides/_rels/slide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3.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4.xml"/><Relationship Id="rId1" Type="http://schemas.openxmlformats.org/officeDocument/2006/relationships/slideLayout" Target="../slideLayouts/slideLayout51.xml"/><Relationship Id="rId5" Type="http://schemas.openxmlformats.org/officeDocument/2006/relationships/image" Target="../media/image26.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51.xml"/><Relationship Id="rId5" Type="http://schemas.openxmlformats.org/officeDocument/2006/relationships/image" Target="../media/image27.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51.xml"/><Relationship Id="rId5" Type="http://schemas.openxmlformats.org/officeDocument/2006/relationships/image" Target="../media/image28.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51.xml"/><Relationship Id="rId5" Type="http://schemas.openxmlformats.org/officeDocument/2006/relationships/image" Target="../media/image29.jpe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5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51.xml"/><Relationship Id="rId5" Type="http://schemas.openxmlformats.org/officeDocument/2006/relationships/image" Target="../media/image3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1.xml"/><Relationship Id="rId1" Type="http://schemas.openxmlformats.org/officeDocument/2006/relationships/slideLayout" Target="../slideLayouts/slideLayout51.xml"/><Relationship Id="rId5" Type="http://schemas.openxmlformats.org/officeDocument/2006/relationships/image" Target="../media/image33.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2.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3.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4.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5.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6.xml"/><Relationship Id="rId1" Type="http://schemas.openxmlformats.org/officeDocument/2006/relationships/slideLayout" Target="../slideLayouts/slideLayout51.xml"/><Relationship Id="rId5" Type="http://schemas.openxmlformats.org/officeDocument/2006/relationships/image" Target="../media/image34.jpe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7.xml"/><Relationship Id="rId1" Type="http://schemas.openxmlformats.org/officeDocument/2006/relationships/slideLayout" Target="../slideLayouts/slideLayout51.xml"/><Relationship Id="rId5" Type="http://schemas.openxmlformats.org/officeDocument/2006/relationships/image" Target="../media/image35.jpe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8.xml"/><Relationship Id="rId1" Type="http://schemas.openxmlformats.org/officeDocument/2006/relationships/slideLayout" Target="../slideLayouts/slideLayout51.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9.xml"/><Relationship Id="rId1" Type="http://schemas.openxmlformats.org/officeDocument/2006/relationships/slideLayout" Target="../slideLayouts/slideLayout5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0.xml"/><Relationship Id="rId1" Type="http://schemas.openxmlformats.org/officeDocument/2006/relationships/slideLayout" Target="../slideLayouts/slideLayout51.xml"/><Relationship Id="rId5" Type="http://schemas.openxmlformats.org/officeDocument/2006/relationships/image" Target="../media/image38.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51.xml"/><Relationship Id="rId5" Type="http://schemas.openxmlformats.org/officeDocument/2006/relationships/image" Target="../media/image39.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2.xml"/><Relationship Id="rId1" Type="http://schemas.openxmlformats.org/officeDocument/2006/relationships/slideLayout" Target="../slideLayouts/slideLayout51.xml"/><Relationship Id="rId5" Type="http://schemas.openxmlformats.org/officeDocument/2006/relationships/image" Target="../media/image40.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3.xml"/><Relationship Id="rId1" Type="http://schemas.openxmlformats.org/officeDocument/2006/relationships/slideLayout" Target="../slideLayouts/slideLayout51.xml"/><Relationship Id="rId5" Type="http://schemas.openxmlformats.org/officeDocument/2006/relationships/image" Target="../media/image41.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4.xml"/><Relationship Id="rId1" Type="http://schemas.openxmlformats.org/officeDocument/2006/relationships/slideLayout" Target="../slideLayouts/slideLayout51.xml"/><Relationship Id="rId5" Type="http://schemas.openxmlformats.org/officeDocument/2006/relationships/image" Target="../media/image4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5.xml"/><Relationship Id="rId1" Type="http://schemas.openxmlformats.org/officeDocument/2006/relationships/slideLayout" Target="../slideLayouts/slideLayout51.xml"/><Relationship Id="rId5" Type="http://schemas.openxmlformats.org/officeDocument/2006/relationships/image" Target="../media/image43.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6.xml"/><Relationship Id="rId1" Type="http://schemas.openxmlformats.org/officeDocument/2006/relationships/slideLayout" Target="../slideLayouts/slideLayout51.xml"/><Relationship Id="rId5" Type="http://schemas.openxmlformats.org/officeDocument/2006/relationships/image" Target="../media/image4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7.xml"/><Relationship Id="rId1" Type="http://schemas.openxmlformats.org/officeDocument/2006/relationships/slideLayout" Target="../slideLayouts/slideLayout51.xml"/><Relationship Id="rId5" Type="http://schemas.openxmlformats.org/officeDocument/2006/relationships/image" Target="../media/image45.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8.xml"/><Relationship Id="rId1" Type="http://schemas.openxmlformats.org/officeDocument/2006/relationships/slideLayout" Target="../slideLayouts/slideLayout51.xml"/><Relationship Id="rId5" Type="http://schemas.openxmlformats.org/officeDocument/2006/relationships/image" Target="../media/image46.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51.xml"/><Relationship Id="rId6" Type="http://schemas.openxmlformats.org/officeDocument/2006/relationships/image" Target="../media/image48.png"/><Relationship Id="rId5" Type="http://schemas.openxmlformats.org/officeDocument/2006/relationships/image" Target="../media/image23.png"/><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6D7DF26-CD01-46D1-96DE-EB835695189D}"/>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7" name="Espace réservé du contenu 6" descr="A modern, high-quality image depicting a digital dashboard with energy consumption graphs and weather icons, set in a sleek office environment with a cityscape visible through large windows. The lighting should be bright and professional, conveying innovation and technology. No visible or implied text, letters, or words should appear anywhere in the image. The composition should allow for a centered title overlay and evoke themes of data engineering, energy forecasting, and meteorological analysis">
            <a:extLst>
              <a:ext uri="{FF2B5EF4-FFF2-40B4-BE49-F238E27FC236}">
                <a16:creationId xmlns:a16="http://schemas.microsoft.com/office/drawing/2014/main" id="{A6AE6435-F239-40C5-9DD3-FCC7C7152910}"/>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F14E3F08-40AE-02E6-9141-59AD434BA773}"/>
              </a:ext>
            </a:extLst>
          </p:cNvPr>
          <p:cNvSpPr>
            <a:spLocks noGrp="1"/>
          </p:cNvSpPr>
          <p:nvPr>
            <p:ph type="sldNum" sz="quarter" idx="12"/>
          </p:nvPr>
        </p:nvSpPr>
        <p:spPr/>
        <p:txBody>
          <a:bodyPr/>
          <a:lstStyle/>
          <a:p>
            <a:pPr rtl="0"/>
            <a:fld id="{AEAA3239-9EA4-4A65-A281-97F994456D9F}" type="slidenum">
              <a:rPr lang="en-US" smtClean="0"/>
              <a:t>1</a:t>
            </a:fld>
            <a:endParaRPr lang="en-US" dirty="0"/>
          </a:p>
        </p:txBody>
      </p:sp>
      <p:sp>
        <p:nvSpPr>
          <p:cNvPr id="8" name="ZoneTexte 7">
            <a:extLst>
              <a:ext uri="{FF2B5EF4-FFF2-40B4-BE49-F238E27FC236}">
                <a16:creationId xmlns:a16="http://schemas.microsoft.com/office/drawing/2014/main" id="{BF1D9485-18EC-4E79-8905-769FB007CE35}"/>
              </a:ext>
            </a:extLst>
          </p:cNvPr>
          <p:cNvSpPr txBox="1"/>
          <p:nvPr/>
        </p:nvSpPr>
        <p:spPr>
          <a:xfrm>
            <a:off x="275689" y="506403"/>
            <a:ext cx="4734461" cy="5013993"/>
          </a:xfrm>
          <a:prstGeom prst="rect">
            <a:avLst/>
          </a:prstGeom>
          <a:noFill/>
        </p:spPr>
        <p:txBody>
          <a:bodyPr wrap="square" lIns="91440" tIns="45720" rIns="91440" bIns="45720" rtlCol="0" anchor="t">
            <a:normAutofit fontScale="85000" lnSpcReduction="20000"/>
          </a:bodyPr>
          <a:lstStyle/>
          <a:p>
            <a:r>
              <a:rPr lang="fr-FR" sz="3800">
                <a:solidFill>
                  <a:srgbClr val="000000"/>
                </a:solidFill>
                <a:latin typeface="Calibri"/>
                <a:ea typeface="Calibri"/>
                <a:cs typeface="Calibri"/>
              </a:rPr>
              <a:t>Projet de fin d'é</a:t>
            </a:r>
            <a:r>
              <a:rPr lang="fr-FR" sz="3800" dirty="0">
                <a:solidFill>
                  <a:srgbClr val="000000"/>
                </a:solidFill>
                <a:latin typeface="Calibri"/>
                <a:ea typeface="Calibri"/>
                <a:cs typeface="Calibri"/>
              </a:rPr>
              <a:t>tude</a:t>
            </a:r>
            <a:endParaRPr lang="fr-FR" sz="3800"/>
          </a:p>
          <a:p>
            <a:r>
              <a:rPr lang="fr-FR" sz="3800" dirty="0">
                <a:solidFill>
                  <a:srgbClr val="000000"/>
                </a:solidFill>
                <a:latin typeface="Calibri"/>
                <a:ea typeface="Calibri"/>
                <a:cs typeface="Calibri"/>
              </a:rPr>
              <a:t>Data </a:t>
            </a:r>
            <a:r>
              <a:rPr lang="fr-FR" sz="3800" dirty="0" err="1">
                <a:solidFill>
                  <a:srgbClr val="000000"/>
                </a:solidFill>
                <a:latin typeface="Calibri"/>
                <a:ea typeface="Calibri"/>
                <a:cs typeface="Calibri"/>
              </a:rPr>
              <a:t>Engineer</a:t>
            </a:r>
            <a:endParaRPr lang="fr-FR" sz="3800">
              <a:solidFill>
                <a:srgbClr val="000000"/>
              </a:solidFill>
              <a:latin typeface="Calibri"/>
              <a:ea typeface="Calibri"/>
              <a:cs typeface="Calibri"/>
            </a:endParaRPr>
          </a:p>
          <a:p>
            <a:endParaRPr lang="fr-FR" sz="4800" dirty="0">
              <a:solidFill>
                <a:srgbClr val="000000"/>
              </a:solidFill>
              <a:latin typeface="Calibri"/>
              <a:ea typeface="Calibri"/>
              <a:cs typeface="Calibri"/>
            </a:endParaRPr>
          </a:p>
          <a:p>
            <a:pPr marL="0" algn="ctr">
              <a:buNone/>
            </a:pPr>
            <a:r>
              <a:rPr lang="fr-FR" sz="4800">
                <a:solidFill>
                  <a:srgbClr val="000000"/>
                </a:solidFill>
                <a:latin typeface="Calibri"/>
                <a:ea typeface="Calibri"/>
                <a:cs typeface="Calibri"/>
              </a:rPr>
              <a:t>PREDICTELEC</a:t>
            </a:r>
            <a:endParaRPr lang="fr-FR" sz="4800" dirty="0" err="1">
              <a:latin typeface="Calibri"/>
              <a:ea typeface="Calibri"/>
              <a:cs typeface="Calibri"/>
            </a:endParaRPr>
          </a:p>
          <a:p>
            <a:pPr algn="ctr"/>
            <a:endParaRPr lang="fr-FR" sz="4800" dirty="0">
              <a:latin typeface="Calibri"/>
              <a:ea typeface="Calibri"/>
              <a:cs typeface="Calibri"/>
            </a:endParaRPr>
          </a:p>
          <a:p>
            <a:pPr algn="ctr"/>
            <a:r>
              <a:rPr lang="fr-FR" sz="2900" i="1" dirty="0">
                <a:ea typeface="Calibri"/>
                <a:cs typeface="Calibri"/>
              </a:rPr>
              <a:t>Prédire la production électrique éolienne et </a:t>
            </a:r>
            <a:r>
              <a:rPr lang="fr-FR" sz="2900" i="1">
                <a:ea typeface="Calibri"/>
                <a:cs typeface="Calibri"/>
              </a:rPr>
              <a:t>photovoltaïque avec les prévisions météo</a:t>
            </a:r>
            <a:endParaRPr lang="fr-FR" sz="2900" i="1" dirty="0">
              <a:ea typeface="Calibri"/>
              <a:cs typeface="Calibri"/>
            </a:endParaRPr>
          </a:p>
          <a:p>
            <a:pPr algn="just"/>
            <a:endParaRPr lang="fr-FR" sz="1300" dirty="0">
              <a:highlight>
                <a:srgbClr val="FFFFFF"/>
              </a:highlight>
              <a:latin typeface="Calibri"/>
              <a:ea typeface="Calibri"/>
              <a:cs typeface="Calibri"/>
            </a:endParaRPr>
          </a:p>
          <a:p>
            <a:pPr algn="just"/>
            <a:endParaRPr lang="fr-FR" sz="1300" dirty="0">
              <a:highlight>
                <a:srgbClr val="FFFFFF"/>
              </a:highlight>
              <a:latin typeface="Calibri"/>
              <a:ea typeface="Calibri"/>
              <a:cs typeface="Calibri"/>
            </a:endParaRPr>
          </a:p>
          <a:p>
            <a:pPr algn="just"/>
            <a:endParaRPr lang="fr-FR" sz="3300" dirty="0">
              <a:highlight>
                <a:srgbClr val="FFFFFF"/>
              </a:highlight>
              <a:latin typeface="Arial"/>
              <a:ea typeface="Calibri"/>
              <a:cs typeface="Arial"/>
            </a:endParaRPr>
          </a:p>
          <a:p>
            <a:pPr algn="just"/>
            <a:r>
              <a:rPr lang="fr-FR" sz="2900">
                <a:solidFill>
                  <a:srgbClr val="000000"/>
                </a:solidFill>
                <a:latin typeface="Calibri"/>
                <a:ea typeface="Calibri"/>
                <a:cs typeface="Calibri"/>
              </a:rPr>
              <a:t>George CARDENAS</a:t>
            </a:r>
          </a:p>
          <a:p>
            <a:pPr algn="just"/>
            <a:r>
              <a:rPr lang="fr-FR" sz="2900">
                <a:solidFill>
                  <a:srgbClr val="000000"/>
                </a:solidFill>
                <a:latin typeface="Calibri"/>
                <a:ea typeface="Calibri"/>
                <a:cs typeface="Calibri"/>
              </a:rPr>
              <a:t>Julien NEVILLE</a:t>
            </a:r>
          </a:p>
          <a:p>
            <a:pPr algn="just"/>
            <a:r>
              <a:rPr lang="fr-FR" sz="2900">
                <a:solidFill>
                  <a:srgbClr val="000000"/>
                </a:solidFill>
                <a:latin typeface="Calibri"/>
                <a:ea typeface="Calibri"/>
                <a:cs typeface="Calibri"/>
              </a:rPr>
              <a:t>Caroline NONY</a:t>
            </a:r>
          </a:p>
          <a:p>
            <a:endParaRPr lang="fr-FR" sz="4800" dirty="0">
              <a:latin typeface="Calibri"/>
              <a:ea typeface="Calibri"/>
              <a:cs typeface="Calibri"/>
            </a:endParaRPr>
          </a:p>
        </p:txBody>
      </p:sp>
      <p:sp>
        <p:nvSpPr>
          <p:cNvPr id="2" name="Espace réservé du pied de page 1">
            <a:extLst>
              <a:ext uri="{FF2B5EF4-FFF2-40B4-BE49-F238E27FC236}">
                <a16:creationId xmlns:a16="http://schemas.microsoft.com/office/drawing/2014/main" id="{0E48B0BF-BD46-15F8-D7D0-EFF92B964946}"/>
              </a:ext>
            </a:extLst>
          </p:cNvPr>
          <p:cNvSpPr>
            <a:spLocks noGrp="1"/>
          </p:cNvSpPr>
          <p:nvPr>
            <p:ph type="ftr" sz="quarter" idx="11"/>
          </p:nvPr>
        </p:nvSpPr>
        <p:spPr>
          <a:xfrm>
            <a:off x="1730062"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3" name="Image 2" descr="Une image contenant Police, texte, logo, Graphique&#10;&#10;Le contenu généré par l’IA peut être incorrect.">
            <a:extLst>
              <a:ext uri="{FF2B5EF4-FFF2-40B4-BE49-F238E27FC236}">
                <a16:creationId xmlns:a16="http://schemas.microsoft.com/office/drawing/2014/main" id="{214A8358-9263-953B-6809-7F30DEC5D1C0}"/>
              </a:ext>
            </a:extLst>
          </p:cNvPr>
          <p:cNvPicPr>
            <a:picLocks noChangeAspect="1"/>
          </p:cNvPicPr>
          <p:nvPr/>
        </p:nvPicPr>
        <p:blipFill>
          <a:blip r:embed="rId5"/>
          <a:stretch>
            <a:fillRect/>
          </a:stretch>
        </p:blipFill>
        <p:spPr>
          <a:xfrm>
            <a:off x="275219" y="6073261"/>
            <a:ext cx="1209675" cy="657225"/>
          </a:xfrm>
          <a:prstGeom prst="rect">
            <a:avLst/>
          </a:prstGeom>
        </p:spPr>
      </p:pic>
    </p:spTree>
    <p:extLst>
      <p:ext uri="{BB962C8B-B14F-4D97-AF65-F5344CB8AC3E}">
        <p14:creationId xmlns:p14="http://schemas.microsoft.com/office/powerpoint/2010/main" val="411045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9D6E2162-40D9-4853-9936-E58581370243}"/>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7" name="Espace réservé du contenu 6" descr="A modern, abstract illustration representing data pipelines and energy production, featuring interconnected lines, digital nodes, and subtle energy motifs such as solar panels and wind turbines. The composition should be clean and professional, with ample space for overlay text and a premium business aesthetic. No visible or implied text, letters, or words should appear anywhere in the image. The image should convey innovation, technology, and the integration of data and energy systems">
            <a:extLst>
              <a:ext uri="{FF2B5EF4-FFF2-40B4-BE49-F238E27FC236}">
                <a16:creationId xmlns:a16="http://schemas.microsoft.com/office/drawing/2014/main" id="{84E4147F-921E-4B71-AE3F-7D753571E57B}"/>
              </a:ext>
            </a:extLst>
          </p:cNvPr>
          <p:cNvPicPr>
            <a:picLocks noGrp="1" noChangeAspect="1"/>
          </p:cNvPicPr>
          <p:nvPr>
            <p:ph sz="quarter" idx="16"/>
          </p:nvPr>
        </p:nvPicPr>
        <p:blipFill>
          <a:blip>
            <a:extLst>
              <a:ext uri="{96DAC541-7B7A-43D3-8B79-37D633B846F1}">
                <asvg:svgBlip xmlns:asvg="http://schemas.microsoft.com/office/drawing/2016/SVG/main" r:embed="rId4"/>
              </a:ext>
            </a:extLst>
          </a:blip>
          <a:stretch>
            <a:fillRect/>
          </a:stretch>
        </p:blipFill>
        <p:spPr>
          <a:xfrm>
            <a:off x="0" y="0"/>
            <a:ext cx="4572000" cy="6858000"/>
          </a:xfrm>
          <a:prstGeom prst="rect">
            <a:avLst/>
          </a:prstGeom>
        </p:spPr>
      </p:pic>
      <p:sp>
        <p:nvSpPr>
          <p:cNvPr id="5" name="Espace réservé du numéro de diapositive 4">
            <a:extLst>
              <a:ext uri="{FF2B5EF4-FFF2-40B4-BE49-F238E27FC236}">
                <a16:creationId xmlns:a16="http://schemas.microsoft.com/office/drawing/2014/main" id="{8161D72B-781D-2DA8-F116-475AC094AD0B}"/>
              </a:ext>
            </a:extLst>
          </p:cNvPr>
          <p:cNvSpPr>
            <a:spLocks noGrp="1"/>
          </p:cNvSpPr>
          <p:nvPr>
            <p:ph type="sldNum" sz="quarter" idx="12"/>
          </p:nvPr>
        </p:nvSpPr>
        <p:spPr/>
        <p:txBody>
          <a:bodyPr/>
          <a:lstStyle/>
          <a:p>
            <a:pPr rtl="0"/>
            <a:fld id="{AEAA3239-9EA4-4A65-A281-97F994456D9F}" type="slidenum">
              <a:rPr lang="en-US" smtClean="0"/>
              <a:t>2</a:t>
            </a:fld>
            <a:endParaRPr lang="en-US" dirty="0"/>
          </a:p>
        </p:txBody>
      </p:sp>
      <p:sp>
        <p:nvSpPr>
          <p:cNvPr id="8" name="ZoneTexte 7">
            <a:extLst>
              <a:ext uri="{FF2B5EF4-FFF2-40B4-BE49-F238E27FC236}">
                <a16:creationId xmlns:a16="http://schemas.microsoft.com/office/drawing/2014/main" id="{58EBCD90-115B-4384-A773-169D72CD67B0}"/>
              </a:ext>
            </a:extLst>
          </p:cNvPr>
          <p:cNvSpPr txBox="1"/>
          <p:nvPr/>
        </p:nvSpPr>
        <p:spPr>
          <a:xfrm>
            <a:off x="5343525" y="1343025"/>
            <a:ext cx="6477000" cy="609600"/>
          </a:xfrm>
          <a:prstGeom prst="rect">
            <a:avLst/>
          </a:prstGeom>
          <a:noFill/>
        </p:spPr>
        <p:txBody>
          <a:bodyPr wrap="square" rtlCol="0">
            <a:normAutofit fontScale="85000" lnSpcReduction="20000"/>
          </a:bodyPr>
          <a:lstStyle/>
          <a:p>
            <a:pPr marL="0" algn="l">
              <a:buNone/>
            </a:pPr>
            <a:r>
              <a:rPr lang="fr-FR" sz="4800" dirty="0">
                <a:solidFill>
                  <a:srgbClr val="D27B07"/>
                </a:solidFill>
                <a:effectLst/>
                <a:latin typeface="Mongolian Baiti" panose="03000500000000000000" pitchFamily="66" charset="0"/>
              </a:rPr>
              <a:t>Sommaire</a:t>
            </a:r>
            <a:r>
              <a:rPr dirty="0">
                <a:effectLst/>
              </a:rPr>
              <a:t> </a:t>
            </a:r>
            <a:endParaRPr lang="fr-FR" dirty="0"/>
          </a:p>
        </p:txBody>
      </p:sp>
      <p:sp>
        <p:nvSpPr>
          <p:cNvPr id="9" name="ZoneTexte 8">
            <a:extLst>
              <a:ext uri="{FF2B5EF4-FFF2-40B4-BE49-F238E27FC236}">
                <a16:creationId xmlns:a16="http://schemas.microsoft.com/office/drawing/2014/main" id="{DF5BE5B7-164E-4E90-83F2-0D14773B9AB0}"/>
              </a:ext>
            </a:extLst>
          </p:cNvPr>
          <p:cNvSpPr txBox="1"/>
          <p:nvPr/>
        </p:nvSpPr>
        <p:spPr>
          <a:xfrm>
            <a:off x="5343525" y="2333625"/>
            <a:ext cx="6477000" cy="3436143"/>
          </a:xfrm>
          <a:prstGeom prst="rect">
            <a:avLst/>
          </a:prstGeom>
          <a:noFill/>
        </p:spPr>
        <p:txBody>
          <a:bodyPr wrap="square" lIns="91440" tIns="45720" rIns="91440" bIns="45720" rtlCol="0" anchor="t">
            <a:normAutofit/>
          </a:bodyPr>
          <a:lstStyle/>
          <a:p>
            <a:pPr marL="457200" indent="-457200">
              <a:buAutoNum type="arabicPeriod"/>
            </a:pPr>
            <a:r>
              <a:rPr lang="fr-FR"/>
              <a:t>Contexte et enjeux</a:t>
            </a:r>
            <a:endParaRPr lang="fr-FR" dirty="0"/>
          </a:p>
          <a:p>
            <a:pPr marL="457200" indent="-457200">
              <a:buAutoNum type="arabicPeriod"/>
            </a:pPr>
            <a:r>
              <a:rPr lang="fr-FR"/>
              <a:t>Principe de la solution</a:t>
            </a:r>
          </a:p>
          <a:p>
            <a:pPr marL="457200" indent="-457200">
              <a:buAutoNum type="arabicPeriod"/>
            </a:pPr>
            <a:r>
              <a:rPr lang="fr-FR"/>
              <a:t>Architecture générale</a:t>
            </a:r>
            <a:endParaRPr lang="fr-FR" dirty="0"/>
          </a:p>
          <a:p>
            <a:pPr marL="457200" indent="-457200">
              <a:buAutoNum type="arabicPeriod"/>
            </a:pPr>
            <a:r>
              <a:rPr lang="fr-FR" dirty="0">
                <a:solidFill>
                  <a:srgbClr val="000000"/>
                </a:solidFill>
                <a:latin typeface="Avenir Next LT Pro"/>
              </a:rPr>
              <a:t>Architecture technique du </a:t>
            </a:r>
            <a:r>
              <a:rPr lang="fr-FR">
                <a:solidFill>
                  <a:srgbClr val="000000"/>
                </a:solidFill>
                <a:latin typeface="Avenir Next LT Pro"/>
              </a:rPr>
              <a:t>pipeline ETL</a:t>
            </a:r>
          </a:p>
          <a:p>
            <a:pPr marL="457200" indent="-457200">
              <a:buAutoNum type="arabicPeriod"/>
            </a:pPr>
            <a:r>
              <a:rPr lang="fr-FR">
                <a:solidFill>
                  <a:srgbClr val="000000"/>
                </a:solidFill>
                <a:latin typeface="Avenir Next LT Pro"/>
              </a:rPr>
              <a:t>Machine Learning &amp; Visualisation</a:t>
            </a:r>
            <a:endParaRPr lang="fr-FR" dirty="0">
              <a:solidFill>
                <a:srgbClr val="000000"/>
              </a:solidFill>
              <a:latin typeface="Avenir Next LT Pro"/>
            </a:endParaRPr>
          </a:p>
          <a:p>
            <a:pPr marL="457200" indent="-457200">
              <a:buAutoNum type="arabicPeriod"/>
            </a:pPr>
            <a:r>
              <a:rPr lang="fr-FR" dirty="0">
                <a:solidFill>
                  <a:srgbClr val="000000"/>
                </a:solidFill>
                <a:latin typeface="Avenir Next LT Pro"/>
              </a:rPr>
              <a:t>Bilan et </a:t>
            </a:r>
            <a:r>
              <a:rPr lang="fr-FR">
                <a:solidFill>
                  <a:srgbClr val="000000"/>
                </a:solidFill>
                <a:latin typeface="Avenir Next LT Pro"/>
              </a:rPr>
              <a:t>optimi</a:t>
            </a:r>
            <a:r>
              <a:rPr lang="fr-FR" dirty="0">
                <a:solidFill>
                  <a:srgbClr val="000000"/>
                </a:solidFill>
                <a:latin typeface="Avenir Next LT Pro"/>
              </a:rPr>
              <a:t>sations</a:t>
            </a:r>
          </a:p>
          <a:p>
            <a:pPr marL="457200" indent="-457200">
              <a:buAutoNum type="arabicPeriod"/>
            </a:pPr>
            <a:r>
              <a:rPr lang="fr-FR">
                <a:solidFill>
                  <a:srgbClr val="000000"/>
                </a:solidFill>
                <a:latin typeface="Avenir Next LT Pro"/>
              </a:rPr>
              <a:t>Annexes</a:t>
            </a:r>
            <a:endParaRPr lang="fr-FR" dirty="0">
              <a:solidFill>
                <a:srgbClr val="000000"/>
              </a:solidFill>
              <a:latin typeface="Avenir Next LT Pro"/>
            </a:endParaRPr>
          </a:p>
        </p:txBody>
      </p:sp>
      <p:sp>
        <p:nvSpPr>
          <p:cNvPr id="2" name="Espace réservé du pied de page 1">
            <a:extLst>
              <a:ext uri="{FF2B5EF4-FFF2-40B4-BE49-F238E27FC236}">
                <a16:creationId xmlns:a16="http://schemas.microsoft.com/office/drawing/2014/main" id="{03FF0D5B-BC90-1991-79FC-CCB5B9E76074}"/>
              </a:ext>
            </a:extLst>
          </p:cNvPr>
          <p:cNvSpPr>
            <a:spLocks noGrp="1"/>
          </p:cNvSpPr>
          <p:nvPr>
            <p:ph type="ftr" sz="quarter" idx="11"/>
          </p:nvPr>
        </p:nvSpPr>
        <p:spPr/>
        <p:txBody>
          <a:bodyPr/>
          <a:lstStyle/>
          <a:p>
            <a:pPr rtl="0"/>
            <a:r>
              <a:rPr lang="it-IT"/>
              <a:t>DataScientest/Liora - Data Engineer 062025-052026</a:t>
            </a:r>
            <a:endParaRPr lang="fr"/>
          </a:p>
        </p:txBody>
      </p:sp>
    </p:spTree>
    <p:extLst>
      <p:ext uri="{BB962C8B-B14F-4D97-AF65-F5344CB8AC3E}">
        <p14:creationId xmlns:p14="http://schemas.microsoft.com/office/powerpoint/2010/main" val="1512111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BC6509F-7058-40CA-9886-518328BAF047}"/>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4F91EEC6-4210-F07F-B040-2E87B8E2005B}"/>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742950" indent="-742950" fontAlgn="b">
              <a:buAutoNum type="arabicPeriod"/>
            </a:pPr>
            <a:r>
              <a:rPr lang="fr-FR" sz="3600">
                <a:solidFill>
                  <a:srgbClr val="000000"/>
                </a:solidFill>
                <a:latin typeface="Arial"/>
                <a:cs typeface="Arial"/>
              </a:rPr>
              <a:t>Contexte</a:t>
            </a:r>
            <a:r>
              <a:rPr sz="3600" dirty="0">
                <a:solidFill>
                  <a:srgbClr val="000000"/>
                </a:solidFill>
                <a:effectLst/>
                <a:latin typeface="Arial"/>
                <a:cs typeface="Arial"/>
              </a:rPr>
              <a:t> </a:t>
            </a:r>
            <a:r>
              <a:rPr lang="fr-FR" sz="3600">
                <a:solidFill>
                  <a:srgbClr val="000000"/>
                </a:solidFill>
                <a:latin typeface="Arial"/>
                <a:cs typeface="Arial"/>
              </a:rPr>
              <a:t>et enjeux</a:t>
            </a:r>
            <a:r>
              <a:rPr lang="fr-FR" sz="3600" dirty="0">
                <a:solidFill>
                  <a:srgbClr val="000000"/>
                </a:solidFill>
                <a:latin typeface="Arial"/>
                <a:cs typeface="Arial"/>
              </a:rPr>
              <a:t> </a:t>
            </a:r>
            <a:endParaRPr lang="fr-FR" sz="3600" dirty="0"/>
          </a:p>
        </p:txBody>
      </p:sp>
      <p:sp>
        <p:nvSpPr>
          <p:cNvPr id="5" name="Espace réservé du numéro de diapositive 4">
            <a:extLst>
              <a:ext uri="{FF2B5EF4-FFF2-40B4-BE49-F238E27FC236}">
                <a16:creationId xmlns:a16="http://schemas.microsoft.com/office/drawing/2014/main" id="{E1692668-BD89-2720-607B-AEA369E4F099}"/>
              </a:ext>
            </a:extLst>
          </p:cNvPr>
          <p:cNvSpPr>
            <a:spLocks noGrp="1"/>
          </p:cNvSpPr>
          <p:nvPr>
            <p:ph type="sldNum" sz="quarter" idx="12"/>
          </p:nvPr>
        </p:nvSpPr>
        <p:spPr/>
        <p:txBody>
          <a:bodyPr/>
          <a:lstStyle/>
          <a:p>
            <a:pPr rtl="0"/>
            <a:fld id="{AEAA3239-9EA4-4A65-A281-97F994456D9F}" type="slidenum">
              <a:rPr lang="en-US" smtClean="0"/>
              <a:t>3</a:t>
            </a:fld>
            <a:endParaRPr lang="en-US" dirty="0"/>
          </a:p>
        </p:txBody>
      </p:sp>
      <p:sp>
        <p:nvSpPr>
          <p:cNvPr id="7" name="Espace réservé du pied de page 1">
            <a:extLst>
              <a:ext uri="{FF2B5EF4-FFF2-40B4-BE49-F238E27FC236}">
                <a16:creationId xmlns:a16="http://schemas.microsoft.com/office/drawing/2014/main" id="{DD94E325-6CDA-1DE5-4A3C-6DB01ED1B35B}"/>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9" name="Image 8" descr="Une image contenant Police, texte, logo, Graphique&#10;&#10;Le contenu généré par l’IA peut être incorrect.">
            <a:extLst>
              <a:ext uri="{FF2B5EF4-FFF2-40B4-BE49-F238E27FC236}">
                <a16:creationId xmlns:a16="http://schemas.microsoft.com/office/drawing/2014/main" id="{02623CA2-EE9D-2FE7-5D7B-C6AF9EF8B40C}"/>
              </a:ext>
            </a:extLst>
          </p:cNvPr>
          <p:cNvPicPr>
            <a:picLocks noChangeAspect="1"/>
          </p:cNvPicPr>
          <p:nvPr/>
        </p:nvPicPr>
        <p:blipFill>
          <a:blip r:embed="rId4"/>
          <a:stretch>
            <a:fillRect/>
          </a:stretch>
        </p:blipFill>
        <p:spPr>
          <a:xfrm>
            <a:off x="307416" y="6244979"/>
            <a:ext cx="930633" cy="485507"/>
          </a:xfrm>
          <a:prstGeom prst="rect">
            <a:avLst/>
          </a:prstGeom>
        </p:spPr>
      </p:pic>
      <p:cxnSp>
        <p:nvCxnSpPr>
          <p:cNvPr id="10" name="Connecteur droit avec flèche 9">
            <a:extLst>
              <a:ext uri="{FF2B5EF4-FFF2-40B4-BE49-F238E27FC236}">
                <a16:creationId xmlns:a16="http://schemas.microsoft.com/office/drawing/2014/main" id="{8AD01B89-BB0C-AC30-0019-03F515C16B3D}"/>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B624F686-0C08-47E1-A74A-0E193E2C034E}"/>
              </a:ext>
            </a:extLst>
          </p:cNvPr>
          <p:cNvSpPr txBox="1"/>
          <p:nvPr/>
        </p:nvSpPr>
        <p:spPr>
          <a:xfrm>
            <a:off x="329351" y="1316195"/>
            <a:ext cx="11711457" cy="4934642"/>
          </a:xfrm>
          <a:prstGeom prst="rect">
            <a:avLst/>
          </a:prstGeom>
          <a:noFill/>
        </p:spPr>
        <p:txBody>
          <a:bodyPr wrap="square" lIns="91440" tIns="45720" rIns="91440" bIns="45720" rtlCol="0" anchor="t">
            <a:noAutofit/>
          </a:bodyPr>
          <a:lstStyle/>
          <a:p>
            <a:r>
              <a:rPr lang="fr-FR" sz="2400">
                <a:solidFill>
                  <a:srgbClr val="000000"/>
                </a:solidFill>
                <a:latin typeface="Arial"/>
                <a:cs typeface="Arial"/>
              </a:rPr>
              <a:t>Problématique actuelle :</a:t>
            </a:r>
            <a:endParaRPr lang="fr-FR" sz="2400"/>
          </a:p>
          <a:p>
            <a:endParaRPr lang="fr-FR" sz="2000" dirty="0">
              <a:solidFill>
                <a:srgbClr val="000000"/>
              </a:solidFill>
              <a:latin typeface="Arial"/>
              <a:cs typeface="Arial"/>
            </a:endParaRPr>
          </a:p>
          <a:p>
            <a:pPr marL="342900" indent="-342900">
              <a:buFont typeface="Calibri"/>
              <a:buChar char="-"/>
            </a:pPr>
            <a:r>
              <a:rPr lang="fr-FR" sz="2000">
                <a:solidFill>
                  <a:srgbClr val="000000"/>
                </a:solidFill>
                <a:latin typeface="Arial"/>
                <a:cs typeface="Arial"/>
              </a:rPr>
              <a:t>La production </a:t>
            </a:r>
            <a:r>
              <a:rPr lang="fr-FR" sz="2000" dirty="0">
                <a:solidFill>
                  <a:srgbClr val="000000"/>
                </a:solidFill>
                <a:latin typeface="Arial"/>
                <a:cs typeface="Arial"/>
              </a:rPr>
              <a:t>intermittente des centrales </a:t>
            </a:r>
            <a:r>
              <a:rPr lang="fr-FR" sz="2000">
                <a:solidFill>
                  <a:srgbClr val="000000"/>
                </a:solidFill>
                <a:latin typeface="Arial"/>
                <a:cs typeface="Arial"/>
              </a:rPr>
              <a:t>éoliennes (EO) et photovoltaïques (PV) rend difficile </a:t>
            </a:r>
            <a:r>
              <a:rPr lang="fr-FR" sz="2000" b="1">
                <a:solidFill>
                  <a:srgbClr val="000000"/>
                </a:solidFill>
                <a:latin typeface="Arial"/>
                <a:cs typeface="Arial"/>
              </a:rPr>
              <a:t>l'équilibrage entre production et consommation d'électricité</a:t>
            </a:r>
            <a:endParaRPr lang="fr-FR" b="1"/>
          </a:p>
          <a:p>
            <a:pPr marL="342900" indent="-342900">
              <a:buFont typeface="Calibri"/>
              <a:buChar char="-"/>
            </a:pPr>
            <a:r>
              <a:rPr lang="fr-FR" sz="2000" dirty="0">
                <a:solidFill>
                  <a:srgbClr val="000000"/>
                </a:solidFill>
                <a:latin typeface="Arial"/>
                <a:cs typeface="Arial"/>
              </a:rPr>
              <a:t>Les </a:t>
            </a:r>
            <a:r>
              <a:rPr lang="fr-FR" sz="2000">
                <a:solidFill>
                  <a:srgbClr val="000000"/>
                </a:solidFill>
                <a:latin typeface="Arial"/>
                <a:cs typeface="Arial"/>
              </a:rPr>
              <a:t>centrales</a:t>
            </a:r>
            <a:r>
              <a:rPr lang="fr-FR" sz="2000">
                <a:latin typeface="Arial"/>
                <a:cs typeface="Arial"/>
              </a:rPr>
              <a:t> thermiques et </a:t>
            </a:r>
            <a:r>
              <a:rPr lang="fr-FR" sz="2000" dirty="0">
                <a:latin typeface="Arial"/>
                <a:cs typeface="Arial"/>
              </a:rPr>
              <a:t>nucléaires de </a:t>
            </a:r>
            <a:r>
              <a:rPr lang="fr-FR" sz="2000">
                <a:latin typeface="Arial"/>
                <a:cs typeface="Arial"/>
              </a:rPr>
              <a:t>puissance doivent adapter leur puissance en temps réel</a:t>
            </a:r>
          </a:p>
          <a:p>
            <a:pPr marL="342900" indent="-342900">
              <a:buFont typeface="Calibri"/>
              <a:buChar char="-"/>
            </a:pPr>
            <a:r>
              <a:rPr lang="fr-FR" sz="2000" b="1">
                <a:latin typeface="Arial"/>
                <a:cs typeface="Arial"/>
              </a:rPr>
              <a:t>Impact sur leur rentabilité et leur durée de vie</a:t>
            </a:r>
          </a:p>
          <a:p>
            <a:endParaRPr lang="fr-FR" sz="2000" dirty="0">
              <a:latin typeface="Arial"/>
              <a:cs typeface="Arial"/>
            </a:endParaRPr>
          </a:p>
          <a:p>
            <a:pPr>
              <a:buFont typeface="Calibri"/>
            </a:pPr>
            <a:r>
              <a:rPr lang="fr-FR" sz="2400">
                <a:latin typeface="Arial"/>
                <a:cs typeface="Arial"/>
              </a:rPr>
              <a:t>Solution :</a:t>
            </a:r>
          </a:p>
          <a:p>
            <a:endParaRPr lang="fr-FR" sz="2000" dirty="0">
              <a:latin typeface="Arial"/>
              <a:cs typeface="Arial"/>
            </a:endParaRPr>
          </a:p>
          <a:p>
            <a:pPr marL="342900" indent="-342900">
              <a:buFont typeface="Calibri"/>
              <a:buChar char="-"/>
            </a:pPr>
            <a:r>
              <a:rPr lang="fr-FR" sz="2000">
                <a:latin typeface="Arial"/>
                <a:cs typeface="Arial"/>
              </a:rPr>
              <a:t>Utiliser des </a:t>
            </a:r>
            <a:r>
              <a:rPr lang="fr-FR" sz="2000" b="1" dirty="0">
                <a:latin typeface="Arial"/>
                <a:cs typeface="Arial"/>
              </a:rPr>
              <a:t>consommateurs </a:t>
            </a:r>
            <a:r>
              <a:rPr lang="fr-FR" sz="2000" b="1">
                <a:latin typeface="Arial"/>
                <a:cs typeface="Arial"/>
              </a:rPr>
              <a:t>pilotables</a:t>
            </a:r>
            <a:r>
              <a:rPr lang="fr-FR" sz="2000">
                <a:latin typeface="Arial"/>
                <a:cs typeface="Arial"/>
              </a:rPr>
              <a:t> pour consommer les surplus intermittents (exemple: fermes de minage de bitcoins)</a:t>
            </a:r>
          </a:p>
          <a:p>
            <a:endParaRPr lang="fr-FR" sz="2000" dirty="0">
              <a:latin typeface="Arial"/>
              <a:cs typeface="Arial"/>
            </a:endParaRPr>
          </a:p>
          <a:p>
            <a:pPr marL="342900" indent="-342900">
              <a:buFont typeface="Calibri"/>
              <a:buChar char="-"/>
            </a:pPr>
            <a:r>
              <a:rPr lang="fr-FR" sz="2000" b="1" dirty="0">
                <a:latin typeface="Arial"/>
                <a:cs typeface="Arial"/>
              </a:rPr>
              <a:t>Prévoir les variations de production EO et PV</a:t>
            </a:r>
            <a:r>
              <a:rPr lang="fr-FR" sz="2000" dirty="0">
                <a:latin typeface="Arial"/>
                <a:cs typeface="Arial"/>
              </a:rPr>
              <a:t> pour gérer le parc de consommateurs pilotables </a:t>
            </a:r>
            <a:r>
              <a:rPr lang="fr-FR" sz="2000">
                <a:latin typeface="Arial"/>
                <a:cs typeface="Arial"/>
              </a:rPr>
              <a:t>(exemple : prévoir les arrêts de maintenance)</a:t>
            </a:r>
            <a:endParaRPr lang="fr-FR" sz="2000" dirty="0">
              <a:latin typeface="Arial"/>
              <a:cs typeface="Arial"/>
            </a:endParaRPr>
          </a:p>
        </p:txBody>
      </p:sp>
    </p:spTree>
    <p:extLst>
      <p:ext uri="{BB962C8B-B14F-4D97-AF65-F5344CB8AC3E}">
        <p14:creationId xmlns:p14="http://schemas.microsoft.com/office/powerpoint/2010/main" val="137243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38F6C-E43A-B10C-D8E0-B461CB391F46}"/>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8614BFBA-2878-916C-35FD-468D8A6785A4}"/>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E2E2F5CC-D2B4-FBAE-484D-68A8B68C65B3}"/>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2. Principe de la solution</a:t>
            </a:r>
            <a:r>
              <a:rPr lang="fr-FR" sz="3600" dirty="0">
                <a:solidFill>
                  <a:srgbClr val="000000"/>
                </a:solidFill>
                <a:latin typeface="Arial"/>
                <a:cs typeface="Arial"/>
              </a:rPr>
              <a:t> </a:t>
            </a:r>
            <a:endParaRPr lang="fr-FR" sz="3600"/>
          </a:p>
        </p:txBody>
      </p:sp>
      <p:sp>
        <p:nvSpPr>
          <p:cNvPr id="5" name="Espace réservé du numéro de diapositive 4">
            <a:extLst>
              <a:ext uri="{FF2B5EF4-FFF2-40B4-BE49-F238E27FC236}">
                <a16:creationId xmlns:a16="http://schemas.microsoft.com/office/drawing/2014/main" id="{03BDDF86-EF5E-3D52-3921-8ED2EA325995}"/>
              </a:ext>
            </a:extLst>
          </p:cNvPr>
          <p:cNvSpPr>
            <a:spLocks noGrp="1"/>
          </p:cNvSpPr>
          <p:nvPr>
            <p:ph type="sldNum" sz="quarter" idx="12"/>
          </p:nvPr>
        </p:nvSpPr>
        <p:spPr/>
        <p:txBody>
          <a:bodyPr/>
          <a:lstStyle/>
          <a:p>
            <a:pPr rtl="0"/>
            <a:fld id="{AEAA3239-9EA4-4A65-A281-97F994456D9F}" type="slidenum">
              <a:rPr lang="en-US" smtClean="0"/>
              <a:t>4</a:t>
            </a:fld>
            <a:endParaRPr lang="en-US" dirty="0"/>
          </a:p>
        </p:txBody>
      </p:sp>
      <p:sp>
        <p:nvSpPr>
          <p:cNvPr id="7" name="Espace réservé du pied de page 1">
            <a:extLst>
              <a:ext uri="{FF2B5EF4-FFF2-40B4-BE49-F238E27FC236}">
                <a16:creationId xmlns:a16="http://schemas.microsoft.com/office/drawing/2014/main" id="{DAC19018-AE29-BA8F-0F4C-77CF21672159}"/>
              </a:ext>
            </a:extLst>
          </p:cNvPr>
          <p:cNvSpPr>
            <a:spLocks noGrp="1"/>
          </p:cNvSpPr>
          <p:nvPr>
            <p:ph type="ftr" sz="quarter" idx="11"/>
          </p:nvPr>
        </p:nvSpPr>
        <p:spPr>
          <a:xfrm>
            <a:off x="7997780"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9" name="Image 8" descr="Une image contenant Police, texte, logo, Graphique&#10;&#10;Le contenu généré par l’IA peut être incorrect.">
            <a:extLst>
              <a:ext uri="{FF2B5EF4-FFF2-40B4-BE49-F238E27FC236}">
                <a16:creationId xmlns:a16="http://schemas.microsoft.com/office/drawing/2014/main" id="{1A75C140-E56E-4499-C314-7B114A599FD7}"/>
              </a:ext>
            </a:extLst>
          </p:cNvPr>
          <p:cNvPicPr>
            <a:picLocks noChangeAspect="1"/>
          </p:cNvPicPr>
          <p:nvPr/>
        </p:nvPicPr>
        <p:blipFill>
          <a:blip r:embed="rId4"/>
          <a:stretch>
            <a:fillRect/>
          </a:stretch>
        </p:blipFill>
        <p:spPr>
          <a:xfrm>
            <a:off x="6972233" y="6244979"/>
            <a:ext cx="930633" cy="485507"/>
          </a:xfrm>
          <a:prstGeom prst="rect">
            <a:avLst/>
          </a:prstGeom>
        </p:spPr>
      </p:pic>
      <p:cxnSp>
        <p:nvCxnSpPr>
          <p:cNvPr id="10" name="Connecteur droit avec flèche 9">
            <a:extLst>
              <a:ext uri="{FF2B5EF4-FFF2-40B4-BE49-F238E27FC236}">
                <a16:creationId xmlns:a16="http://schemas.microsoft.com/office/drawing/2014/main" id="{C5AAA0B4-0A81-8250-0DCB-1C0D993F2782}"/>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2" name="Image 1" descr="Une image contenant texte, diagramme, Plan, conception&#10;&#10;Le contenu généré par l’IA peut être incorrect.">
            <a:extLst>
              <a:ext uri="{FF2B5EF4-FFF2-40B4-BE49-F238E27FC236}">
                <a16:creationId xmlns:a16="http://schemas.microsoft.com/office/drawing/2014/main" id="{E9EFEB94-AFFA-FE88-60CF-DA209EDF4B68}"/>
              </a:ext>
            </a:extLst>
          </p:cNvPr>
          <p:cNvPicPr>
            <a:picLocks noChangeAspect="1"/>
          </p:cNvPicPr>
          <p:nvPr/>
        </p:nvPicPr>
        <p:blipFill>
          <a:blip r:embed="rId5"/>
          <a:stretch>
            <a:fillRect/>
          </a:stretch>
        </p:blipFill>
        <p:spPr>
          <a:xfrm>
            <a:off x="347599" y="1039234"/>
            <a:ext cx="5196890" cy="5691789"/>
          </a:xfrm>
          <a:prstGeom prst="rect">
            <a:avLst/>
          </a:prstGeom>
        </p:spPr>
      </p:pic>
      <p:sp>
        <p:nvSpPr>
          <p:cNvPr id="13" name="Rectangle 12">
            <a:extLst>
              <a:ext uri="{FF2B5EF4-FFF2-40B4-BE49-F238E27FC236}">
                <a16:creationId xmlns:a16="http://schemas.microsoft.com/office/drawing/2014/main" id="{14EE2CF4-7E56-EA18-4A07-6BF6F2453FE5}"/>
              </a:ext>
            </a:extLst>
          </p:cNvPr>
          <p:cNvSpPr/>
          <p:nvPr/>
        </p:nvSpPr>
        <p:spPr>
          <a:xfrm>
            <a:off x="7546686" y="2778509"/>
            <a:ext cx="2584416" cy="10923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solidFill>
                  <a:srgbClr val="000000"/>
                </a:solidFill>
                <a:latin typeface="Arial"/>
                <a:cs typeface="Arial"/>
              </a:rPr>
              <a:t>Modèle de prédiction de la production électrique</a:t>
            </a:r>
          </a:p>
        </p:txBody>
      </p:sp>
      <p:sp>
        <p:nvSpPr>
          <p:cNvPr id="14" name="Rectangle 13">
            <a:extLst>
              <a:ext uri="{FF2B5EF4-FFF2-40B4-BE49-F238E27FC236}">
                <a16:creationId xmlns:a16="http://schemas.microsoft.com/office/drawing/2014/main" id="{CE2ACEDC-0B82-DAF4-D47A-E83B3E58F1FA}"/>
              </a:ext>
            </a:extLst>
          </p:cNvPr>
          <p:cNvSpPr/>
          <p:nvPr/>
        </p:nvSpPr>
        <p:spPr>
          <a:xfrm>
            <a:off x="9188154" y="4789731"/>
            <a:ext cx="2511347" cy="10819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solidFill>
                  <a:srgbClr val="000000"/>
                </a:solidFill>
                <a:latin typeface="Arial"/>
                <a:cs typeface="Arial"/>
              </a:rPr>
              <a:t>Prévisions de production EO et PV</a:t>
            </a:r>
            <a:endParaRPr lang="fr-FR"/>
          </a:p>
        </p:txBody>
      </p:sp>
      <p:sp>
        <p:nvSpPr>
          <p:cNvPr id="15" name="Rectangle 14">
            <a:extLst>
              <a:ext uri="{FF2B5EF4-FFF2-40B4-BE49-F238E27FC236}">
                <a16:creationId xmlns:a16="http://schemas.microsoft.com/office/drawing/2014/main" id="{7F9203EB-BBDE-8A1D-688F-06A31F20FEBA}"/>
              </a:ext>
            </a:extLst>
          </p:cNvPr>
          <p:cNvSpPr/>
          <p:nvPr/>
        </p:nvSpPr>
        <p:spPr>
          <a:xfrm>
            <a:off x="6063557" y="4796365"/>
            <a:ext cx="2521787" cy="10714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solidFill>
                  <a:srgbClr val="000000"/>
                </a:solidFill>
                <a:latin typeface="Arial"/>
                <a:cs typeface="Arial"/>
              </a:rPr>
              <a:t>Prévisions locales vitesse de vent et rayonnement solaire</a:t>
            </a:r>
            <a:endParaRPr lang="fr-FR"/>
          </a:p>
        </p:txBody>
      </p:sp>
      <p:sp>
        <p:nvSpPr>
          <p:cNvPr id="12" name="Rectangle 11">
            <a:extLst>
              <a:ext uri="{FF2B5EF4-FFF2-40B4-BE49-F238E27FC236}">
                <a16:creationId xmlns:a16="http://schemas.microsoft.com/office/drawing/2014/main" id="{130E452D-75D2-10BE-AAB7-6A08DFC51386}"/>
              </a:ext>
            </a:extLst>
          </p:cNvPr>
          <p:cNvSpPr/>
          <p:nvPr/>
        </p:nvSpPr>
        <p:spPr>
          <a:xfrm>
            <a:off x="9185506" y="1183058"/>
            <a:ext cx="2468713" cy="1123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a:solidFill>
                  <a:srgbClr val="000000"/>
                </a:solidFill>
                <a:latin typeface="Arial"/>
                <a:cs typeface="Arial"/>
              </a:rPr>
              <a:t>Relevés des stations météo proches des installations EO et PV</a:t>
            </a:r>
            <a:endParaRPr lang="fr-FR"/>
          </a:p>
        </p:txBody>
      </p:sp>
      <p:cxnSp>
        <p:nvCxnSpPr>
          <p:cNvPr id="21" name="Connecteur : en angle 20">
            <a:extLst>
              <a:ext uri="{FF2B5EF4-FFF2-40B4-BE49-F238E27FC236}">
                <a16:creationId xmlns:a16="http://schemas.microsoft.com/office/drawing/2014/main" id="{7CB5B676-E24A-A570-1A92-F01352E2EE58}"/>
              </a:ext>
            </a:extLst>
          </p:cNvPr>
          <p:cNvCxnSpPr/>
          <p:nvPr/>
        </p:nvCxnSpPr>
        <p:spPr>
          <a:xfrm>
            <a:off x="6065942" y="2308271"/>
            <a:ext cx="1486574" cy="1013129"/>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72C687-7B86-5601-0D02-5518366F3EA8}"/>
              </a:ext>
            </a:extLst>
          </p:cNvPr>
          <p:cNvSpPr/>
          <p:nvPr/>
        </p:nvSpPr>
        <p:spPr>
          <a:xfrm>
            <a:off x="6063555" y="1203936"/>
            <a:ext cx="2532226" cy="11341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000000"/>
                </a:solidFill>
                <a:latin typeface="Arial"/>
                <a:cs typeface="Arial"/>
              </a:rPr>
              <a:t>Production électrique par filière EO et </a:t>
            </a:r>
            <a:r>
              <a:rPr lang="fr-FR">
                <a:solidFill>
                  <a:srgbClr val="000000"/>
                </a:solidFill>
                <a:latin typeface="Arial"/>
                <a:cs typeface="Arial"/>
              </a:rPr>
              <a:t>PV</a:t>
            </a:r>
            <a:r>
              <a:rPr lang="fr-FR" dirty="0">
                <a:solidFill>
                  <a:srgbClr val="000000"/>
                </a:solidFill>
                <a:latin typeface="Arial"/>
                <a:cs typeface="Arial"/>
              </a:rPr>
              <a:t> par région</a:t>
            </a:r>
            <a:endParaRPr lang="fr-FR" sz="2000" dirty="0"/>
          </a:p>
        </p:txBody>
      </p:sp>
      <p:cxnSp>
        <p:nvCxnSpPr>
          <p:cNvPr id="22" name="Connecteur : en angle 21">
            <a:extLst>
              <a:ext uri="{FF2B5EF4-FFF2-40B4-BE49-F238E27FC236}">
                <a16:creationId xmlns:a16="http://schemas.microsoft.com/office/drawing/2014/main" id="{3E35B108-618A-D734-E7BE-A9E8B0818C2E}"/>
              </a:ext>
            </a:extLst>
          </p:cNvPr>
          <p:cNvCxnSpPr/>
          <p:nvPr/>
        </p:nvCxnSpPr>
        <p:spPr>
          <a:xfrm flipH="1">
            <a:off x="10132185" y="2288676"/>
            <a:ext cx="1533648" cy="1032845"/>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A30C940A-E49C-EB00-02D1-C0267DC75E5A}"/>
              </a:ext>
            </a:extLst>
          </p:cNvPr>
          <p:cNvCxnSpPr/>
          <p:nvPr/>
        </p:nvCxnSpPr>
        <p:spPr>
          <a:xfrm>
            <a:off x="8862622" y="3820975"/>
            <a:ext cx="1562389" cy="9403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9C95D9A7-4855-A3F7-F515-DC5E35B5D45D}"/>
              </a:ext>
            </a:extLst>
          </p:cNvPr>
          <p:cNvCxnSpPr>
            <a:cxnSpLocks/>
          </p:cNvCxnSpPr>
          <p:nvPr/>
        </p:nvCxnSpPr>
        <p:spPr>
          <a:xfrm>
            <a:off x="8591224" y="5386727"/>
            <a:ext cx="602060" cy="85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368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1C00E-2C02-727E-84BD-88A0C97E37D8}"/>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D8C6B9F-06A2-561A-513E-2F2050CA68E7}"/>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97D20982-7398-3447-8681-550D68969E79}"/>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3. Architecture générale</a:t>
            </a:r>
            <a:r>
              <a:rPr lang="fr-FR" sz="3600" dirty="0">
                <a:solidFill>
                  <a:srgbClr val="000000"/>
                </a:solidFill>
                <a:latin typeface="Arial"/>
                <a:cs typeface="Arial"/>
              </a:rPr>
              <a:t> </a:t>
            </a:r>
            <a:endParaRPr lang="fr-FR" sz="3600" dirty="0"/>
          </a:p>
        </p:txBody>
      </p:sp>
      <p:sp>
        <p:nvSpPr>
          <p:cNvPr id="5" name="Espace réservé du numéro de diapositive 4">
            <a:extLst>
              <a:ext uri="{FF2B5EF4-FFF2-40B4-BE49-F238E27FC236}">
                <a16:creationId xmlns:a16="http://schemas.microsoft.com/office/drawing/2014/main" id="{6A06245E-8133-75DF-6E07-0CA21BD515B1}"/>
              </a:ext>
            </a:extLst>
          </p:cNvPr>
          <p:cNvSpPr>
            <a:spLocks noGrp="1"/>
          </p:cNvSpPr>
          <p:nvPr>
            <p:ph type="sldNum" sz="quarter" idx="12"/>
          </p:nvPr>
        </p:nvSpPr>
        <p:spPr/>
        <p:txBody>
          <a:bodyPr/>
          <a:lstStyle/>
          <a:p>
            <a:pPr rtl="0"/>
            <a:fld id="{AEAA3239-9EA4-4A65-A281-97F994456D9F}" type="slidenum">
              <a:rPr lang="en-US" smtClean="0"/>
              <a:t>5</a:t>
            </a:fld>
            <a:endParaRPr lang="en-US" dirty="0"/>
          </a:p>
        </p:txBody>
      </p:sp>
      <p:pic>
        <p:nvPicPr>
          <p:cNvPr id="9" name="Image 8" descr="Une image contenant Police, texte, logo, Graphique&#10;&#10;Le contenu généré par l’IA peut être incorrect.">
            <a:extLst>
              <a:ext uri="{FF2B5EF4-FFF2-40B4-BE49-F238E27FC236}">
                <a16:creationId xmlns:a16="http://schemas.microsoft.com/office/drawing/2014/main" id="{245C3E69-19A8-A06D-780B-E71AEAAE43D1}"/>
              </a:ext>
            </a:extLst>
          </p:cNvPr>
          <p:cNvPicPr>
            <a:picLocks noChangeAspect="1"/>
          </p:cNvPicPr>
          <p:nvPr/>
        </p:nvPicPr>
        <p:blipFill>
          <a:blip r:embed="rId4"/>
          <a:stretch>
            <a:fillRect/>
          </a:stretch>
        </p:blipFill>
        <p:spPr>
          <a:xfrm>
            <a:off x="328881" y="6159120"/>
            <a:ext cx="930633" cy="485507"/>
          </a:xfrm>
          <a:prstGeom prst="rect">
            <a:avLst/>
          </a:prstGeom>
        </p:spPr>
      </p:pic>
      <p:cxnSp>
        <p:nvCxnSpPr>
          <p:cNvPr id="10" name="Connecteur droit avec flèche 9">
            <a:extLst>
              <a:ext uri="{FF2B5EF4-FFF2-40B4-BE49-F238E27FC236}">
                <a16:creationId xmlns:a16="http://schemas.microsoft.com/office/drawing/2014/main" id="{DC82F453-BEE7-E20A-2F05-3A345B3D74D7}"/>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6" name="Image 15" descr="Une image contenant texte, capture d’écran, diagramme, Plan&#10;&#10;Le contenu généré par l’IA peut être incorrect.">
            <a:extLst>
              <a:ext uri="{FF2B5EF4-FFF2-40B4-BE49-F238E27FC236}">
                <a16:creationId xmlns:a16="http://schemas.microsoft.com/office/drawing/2014/main" id="{6777C89F-4853-23D2-7241-3B5213B88C48}"/>
              </a:ext>
            </a:extLst>
          </p:cNvPr>
          <p:cNvPicPr>
            <a:picLocks noChangeAspect="1"/>
          </p:cNvPicPr>
          <p:nvPr/>
        </p:nvPicPr>
        <p:blipFill>
          <a:blip r:embed="rId5"/>
          <a:stretch>
            <a:fillRect/>
          </a:stretch>
        </p:blipFill>
        <p:spPr>
          <a:xfrm>
            <a:off x="1815318" y="998314"/>
            <a:ext cx="9548744" cy="5827288"/>
          </a:xfrm>
          <a:prstGeom prst="rect">
            <a:avLst/>
          </a:prstGeom>
        </p:spPr>
      </p:pic>
    </p:spTree>
    <p:extLst>
      <p:ext uri="{BB962C8B-B14F-4D97-AF65-F5344CB8AC3E}">
        <p14:creationId xmlns:p14="http://schemas.microsoft.com/office/powerpoint/2010/main" val="2022945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38A7E5-86AB-403E-AC50-A734E8DE835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6325554-6963-8B97-62A4-8395D88D3111}"/>
              </a:ext>
            </a:extLst>
          </p:cNvPr>
          <p:cNvSpPr>
            <a:spLocks noGrp="1"/>
          </p:cNvSpPr>
          <p:nvPr>
            <p:ph sz="quarter" idx="15"/>
          </p:nvPr>
        </p:nvSpPr>
        <p:spPr/>
        <p:txBody>
          <a:bodyPr/>
          <a:lstStyle/>
          <a:p>
            <a:endParaRPr lang="fr-FR"/>
          </a:p>
        </p:txBody>
      </p:sp>
      <p:sp>
        <p:nvSpPr>
          <p:cNvPr id="4" name="Espace réservé du contenu 3">
            <a:extLst>
              <a:ext uri="{FF2B5EF4-FFF2-40B4-BE49-F238E27FC236}">
                <a16:creationId xmlns:a16="http://schemas.microsoft.com/office/drawing/2014/main" id="{E17FB88D-EBB1-FD9F-5D8F-64796ACF21E9}"/>
              </a:ext>
            </a:extLst>
          </p:cNvPr>
          <p:cNvSpPr>
            <a:spLocks noGrp="1"/>
          </p:cNvSpPr>
          <p:nvPr>
            <p:ph sz="quarter" idx="16"/>
          </p:nvPr>
        </p:nvSpPr>
        <p:spPr/>
        <p:txBody>
          <a:bodyPr/>
          <a:lstStyle/>
          <a:p>
            <a:endParaRPr lang="fr-FR"/>
          </a:p>
        </p:txBody>
      </p:sp>
      <p:sp>
        <p:nvSpPr>
          <p:cNvPr id="5" name="Espace réservé du pied de page 4">
            <a:extLst>
              <a:ext uri="{FF2B5EF4-FFF2-40B4-BE49-F238E27FC236}">
                <a16:creationId xmlns:a16="http://schemas.microsoft.com/office/drawing/2014/main" id="{1545CBBD-2934-2E59-6990-C330722D1706}"/>
              </a:ext>
            </a:extLst>
          </p:cNvPr>
          <p:cNvSpPr>
            <a:spLocks noGrp="1"/>
          </p:cNvSpPr>
          <p:nvPr>
            <p:ph type="ftr" sz="quarter" idx="11"/>
          </p:nvPr>
        </p:nvSpPr>
        <p:spPr/>
        <p:txBody>
          <a:bodyPr/>
          <a:lstStyle/>
          <a:p>
            <a:pPr rtl="0"/>
            <a:r>
              <a:rPr lang="it-IT"/>
              <a:t>DataScientest/Liora - Data Engineer 062025-052026</a:t>
            </a:r>
            <a:endParaRPr lang="fr"/>
          </a:p>
        </p:txBody>
      </p:sp>
      <p:sp>
        <p:nvSpPr>
          <p:cNvPr id="6" name="Espace réservé du numéro de diapositive 5">
            <a:extLst>
              <a:ext uri="{FF2B5EF4-FFF2-40B4-BE49-F238E27FC236}">
                <a16:creationId xmlns:a16="http://schemas.microsoft.com/office/drawing/2014/main" id="{09694103-57C0-295B-E693-A184F14E4393}"/>
              </a:ext>
            </a:extLst>
          </p:cNvPr>
          <p:cNvSpPr>
            <a:spLocks noGrp="1"/>
          </p:cNvSpPr>
          <p:nvPr>
            <p:ph type="sldNum" sz="quarter" idx="12"/>
          </p:nvPr>
        </p:nvSpPr>
        <p:spPr/>
        <p:txBody>
          <a:bodyPr/>
          <a:lstStyle/>
          <a:p>
            <a:pPr rtl="0"/>
            <a:fld id="{AEAA3239-9EA4-4A65-A281-97F994456D9F}" type="slidenum">
              <a:rPr lang="en-US" smtClean="0"/>
              <a:t>6</a:t>
            </a:fld>
            <a:endParaRPr lang="en-US" dirty="0"/>
          </a:p>
        </p:txBody>
      </p:sp>
      <p:pic>
        <p:nvPicPr>
          <p:cNvPr id="7" name="Espace réservé du contenu 5">
            <a:extLst>
              <a:ext uri="{FF2B5EF4-FFF2-40B4-BE49-F238E27FC236}">
                <a16:creationId xmlns:a16="http://schemas.microsoft.com/office/drawing/2014/main" id="{202866B5-0BEB-70FC-3A5D-AB220BE142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8" name="Espace réservé du contenu 3">
            <a:extLst>
              <a:ext uri="{FF2B5EF4-FFF2-40B4-BE49-F238E27FC236}">
                <a16:creationId xmlns:a16="http://schemas.microsoft.com/office/drawing/2014/main" id="{9C8A1E47-43A1-A2B8-D0E7-C49C040FB7ED}"/>
              </a:ext>
            </a:extLst>
          </p:cNvPr>
          <p:cNvSpPr txBox="1">
            <a:spLocks/>
          </p:cNvSpPr>
          <p:nvPr/>
        </p:nvSpPr>
        <p:spPr>
          <a:xfrm>
            <a:off x="324252" y="204720"/>
            <a:ext cx="11328847" cy="834042"/>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
              <a:buFont typeface="Arial" panose="020B0604020202020204" pitchFamily="34" charset="0"/>
              <a:buNone/>
            </a:pPr>
            <a:r>
              <a:rPr lang="fr-FR" sz="3600">
                <a:solidFill>
                  <a:srgbClr val="000000"/>
                </a:solidFill>
                <a:latin typeface="Arial"/>
                <a:cs typeface="Arial"/>
              </a:rPr>
              <a:t>4. Architecture technique du pipeline ETL</a:t>
            </a:r>
            <a:endParaRPr lang="fr-FR" sz="3600"/>
          </a:p>
        </p:txBody>
      </p:sp>
      <p:sp>
        <p:nvSpPr>
          <p:cNvPr id="9" name="Espace réservé du numéro de diapositive 4">
            <a:extLst>
              <a:ext uri="{FF2B5EF4-FFF2-40B4-BE49-F238E27FC236}">
                <a16:creationId xmlns:a16="http://schemas.microsoft.com/office/drawing/2014/main" id="{6D58A205-B7C3-DCCF-1F8A-8D0C74BE517D}"/>
              </a:ext>
            </a:extLst>
          </p:cNvPr>
          <p:cNvSpPr txBox="1">
            <a:spLocks/>
          </p:cNvSpPr>
          <p:nvPr/>
        </p:nvSpPr>
        <p:spPr>
          <a:xfrm>
            <a:off x="11049000" y="6400800"/>
            <a:ext cx="990599" cy="457200"/>
          </a:xfrm>
          <a:prstGeom prst="rect">
            <a:avLst/>
          </a:prstGeom>
        </p:spPr>
        <p:txBody>
          <a:bodyPr vert="horz" lIns="91440" tIns="45720" rIns="91440" bIns="45720" rtlCol="0" anchor="ctr"/>
          <a:lstStyle>
            <a:defPPr>
              <a:defRPr lang="fr-FR"/>
            </a:defPPr>
            <a:lvl1pPr marL="0" algn="r" defTabSz="914400" rtl="0" eaLnBrk="1" latinLnBrk="0" hangingPunct="1">
              <a:defRPr sz="1000" b="1" i="0" kern="1200">
                <a:solidFill>
                  <a:schemeClr val="accent1"/>
                </a:solidFill>
                <a:latin typeface="+mj-lt"/>
                <a:ea typeface="+mn-ea"/>
                <a:cs typeface="Mongolian Baiti" panose="03000500000000000000" pitchFamily="66"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A3239-9EA4-4A65-A281-97F994456D9F}" type="slidenum">
              <a:rPr lang="en-US" smtClean="0"/>
              <a:pPr/>
              <a:t>6</a:t>
            </a:fld>
            <a:endParaRPr lang="en-US" dirty="0"/>
          </a:p>
        </p:txBody>
      </p:sp>
      <p:cxnSp>
        <p:nvCxnSpPr>
          <p:cNvPr id="10" name="Connecteur droit avec flèche 9">
            <a:extLst>
              <a:ext uri="{FF2B5EF4-FFF2-40B4-BE49-F238E27FC236}">
                <a16:creationId xmlns:a16="http://schemas.microsoft.com/office/drawing/2014/main" id="{817D5238-3D41-E18F-3149-30A016FC0D80}"/>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1" name="Espace réservé du pied de page 1">
            <a:extLst>
              <a:ext uri="{FF2B5EF4-FFF2-40B4-BE49-F238E27FC236}">
                <a16:creationId xmlns:a16="http://schemas.microsoft.com/office/drawing/2014/main" id="{8283F23F-DDF7-B1BF-CFCE-CDCB84610AA3}"/>
              </a:ext>
            </a:extLst>
          </p:cNvPr>
          <p:cNvSpPr txBox="1">
            <a:spLocks/>
          </p:cNvSpPr>
          <p:nvPr/>
        </p:nvSpPr>
        <p:spPr>
          <a:xfrm>
            <a:off x="1332963" y="6261279"/>
            <a:ext cx="3711262" cy="457200"/>
          </a:xfrm>
          <a:prstGeom prst="rect">
            <a:avLst/>
          </a:prstGeom>
        </p:spPr>
        <p:txBody>
          <a:bodyPr vert="horz" lIns="91440" tIns="45720" rIns="91440" bIns="45720" rtlCol="0" anchor="ctr"/>
          <a:lstStyle>
            <a:defPPr>
              <a:defRPr lang="fr-FR"/>
            </a:defPPr>
            <a:lvl1pPr marL="0" algn="l" defTabSz="914400" rtl="0" eaLnBrk="1" latinLnBrk="0" hangingPunct="1">
              <a:defRPr sz="1000" b="1" i="0" kern="1200">
                <a:solidFill>
                  <a:schemeClr val="tx1"/>
                </a:solidFill>
                <a:latin typeface="+mj-lt"/>
                <a:ea typeface="+mn-ea"/>
                <a:cs typeface="Mongolian Baiti" panose="03000500000000000000" pitchFamily="66"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400" b="0">
                <a:latin typeface="Arial"/>
                <a:cs typeface="Arial"/>
              </a:rPr>
              <a:t>Cursus Data Engineer 06/2025-05/2026</a:t>
            </a:r>
            <a:endParaRPr lang="fr" sz="1400" b="0">
              <a:latin typeface="Arial"/>
              <a:cs typeface="Arial"/>
            </a:endParaRPr>
          </a:p>
        </p:txBody>
      </p:sp>
      <p:pic>
        <p:nvPicPr>
          <p:cNvPr id="12" name="Image 11" descr="Une image contenant Police, texte, logo, Graphique&#10;&#10;Le contenu généré par l’IA peut être incorrect.">
            <a:extLst>
              <a:ext uri="{FF2B5EF4-FFF2-40B4-BE49-F238E27FC236}">
                <a16:creationId xmlns:a16="http://schemas.microsoft.com/office/drawing/2014/main" id="{228F5902-DA5B-1E3A-7030-5974BA1567FC}"/>
              </a:ext>
            </a:extLst>
          </p:cNvPr>
          <p:cNvPicPr>
            <a:picLocks noChangeAspect="1"/>
          </p:cNvPicPr>
          <p:nvPr/>
        </p:nvPicPr>
        <p:blipFill>
          <a:blip r:embed="rId4"/>
          <a:stretch>
            <a:fillRect/>
          </a:stretch>
        </p:blipFill>
        <p:spPr>
          <a:xfrm>
            <a:off x="307416" y="6244979"/>
            <a:ext cx="930633" cy="485507"/>
          </a:xfrm>
          <a:prstGeom prst="rect">
            <a:avLst/>
          </a:prstGeom>
        </p:spPr>
      </p:pic>
      <p:sp>
        <p:nvSpPr>
          <p:cNvPr id="13" name="ZoneTexte 12">
            <a:extLst>
              <a:ext uri="{FF2B5EF4-FFF2-40B4-BE49-F238E27FC236}">
                <a16:creationId xmlns:a16="http://schemas.microsoft.com/office/drawing/2014/main" id="{6BFF0856-7C4D-E77C-A182-1ECCF1815A31}"/>
              </a:ext>
            </a:extLst>
          </p:cNvPr>
          <p:cNvSpPr txBox="1"/>
          <p:nvPr/>
        </p:nvSpPr>
        <p:spPr>
          <a:xfrm>
            <a:off x="393745" y="1037152"/>
            <a:ext cx="7386302" cy="512897"/>
          </a:xfrm>
          <a:prstGeom prst="rect">
            <a:avLst/>
          </a:prstGeom>
          <a:noFill/>
        </p:spPr>
        <p:txBody>
          <a:bodyPr wrap="square" lIns="91440" tIns="45720" rIns="91440" bIns="45720" rtlCol="0" anchor="t">
            <a:noAutofit/>
          </a:bodyPr>
          <a:lstStyle/>
          <a:p>
            <a:r>
              <a:rPr lang="fr-FR" sz="2400" b="1" dirty="0">
                <a:latin typeface="Arial"/>
                <a:cs typeface="Arial"/>
              </a:rPr>
              <a:t>Technologies choisies</a:t>
            </a:r>
          </a:p>
        </p:txBody>
      </p:sp>
      <p:sp>
        <p:nvSpPr>
          <p:cNvPr id="14" name="ZoneTexte 8">
            <a:extLst>
              <a:ext uri="{FF2B5EF4-FFF2-40B4-BE49-F238E27FC236}">
                <a16:creationId xmlns:a16="http://schemas.microsoft.com/office/drawing/2014/main" id="{41BAD1F0-36BF-07BE-8F58-F0571A5A822E}"/>
              </a:ext>
            </a:extLst>
          </p:cNvPr>
          <p:cNvSpPr txBox="1"/>
          <p:nvPr/>
        </p:nvSpPr>
        <p:spPr>
          <a:xfrm>
            <a:off x="392928" y="1680897"/>
            <a:ext cx="11260171" cy="3509801"/>
          </a:xfrm>
          <a:prstGeom prst="rect">
            <a:avLst/>
          </a:prstGeom>
          <a:noFill/>
        </p:spPr>
        <p:txBody>
          <a:bodyPr wrap="square" lIns="91440" tIns="45720" rIns="91440" bIns="45720" rtlCol="0" anchor="t">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spcBef>
                <a:spcPts val="1350"/>
              </a:spcBef>
              <a:buFont typeface="Calibri"/>
              <a:buChar char="-"/>
            </a:pPr>
            <a:r>
              <a:rPr lang="fr-FR" sz="2000" dirty="0">
                <a:latin typeface="Arial"/>
                <a:cs typeface="Arial"/>
              </a:rPr>
              <a:t>PostgreSQL pour la BDD</a:t>
            </a:r>
          </a:p>
          <a:p>
            <a:pPr marL="285750" indent="-285750" algn="l">
              <a:spcBef>
                <a:spcPts val="1350"/>
              </a:spcBef>
              <a:buFont typeface="Calibri"/>
              <a:buChar char="-"/>
            </a:pPr>
            <a:r>
              <a:rPr lang="fr-FR" sz="2000" dirty="0">
                <a:effectLst/>
                <a:latin typeface="Arial"/>
                <a:cs typeface="Arial"/>
              </a:rPr>
              <a:t>Architecture modulaire du pipeline en Python</a:t>
            </a:r>
          </a:p>
          <a:p>
            <a:pPr marL="285750" indent="-285750">
              <a:spcBef>
                <a:spcPts val="1350"/>
              </a:spcBef>
              <a:buFont typeface="Calibri"/>
              <a:buChar char="-"/>
            </a:pPr>
            <a:r>
              <a:rPr lang="fr-FR" sz="2000" dirty="0">
                <a:latin typeface="Arial"/>
                <a:cs typeface="Arial"/>
              </a:rPr>
              <a:t>Déploiement via Git/Docker</a:t>
            </a:r>
          </a:p>
          <a:p>
            <a:pPr marL="285750" indent="-285750" algn="l">
              <a:spcBef>
                <a:spcPts val="1350"/>
              </a:spcBef>
              <a:buFont typeface="Calibri"/>
              <a:buChar char="-"/>
            </a:pPr>
            <a:r>
              <a:rPr lang="fr-FR" sz="2000" dirty="0">
                <a:effectLst/>
                <a:latin typeface="Arial"/>
                <a:cs typeface="Arial"/>
              </a:rPr>
              <a:t>Orchestration avec </a:t>
            </a:r>
            <a:r>
              <a:rPr lang="fr-FR" sz="2000" dirty="0" err="1">
                <a:effectLst/>
                <a:latin typeface="Arial"/>
                <a:cs typeface="Arial"/>
              </a:rPr>
              <a:t>Airflow</a:t>
            </a:r>
            <a:endParaRPr sz="2000" dirty="0">
              <a:effectLst/>
              <a:latin typeface="Arial"/>
              <a:cs typeface="Arial"/>
            </a:endParaRPr>
          </a:p>
        </p:txBody>
      </p:sp>
      <p:pic>
        <p:nvPicPr>
          <p:cNvPr id="15" name="Espace réservé du contenu 10">
            <a:extLst>
              <a:ext uri="{FF2B5EF4-FFF2-40B4-BE49-F238E27FC236}">
                <a16:creationId xmlns:a16="http://schemas.microsoft.com/office/drawing/2014/main" id="{131CBE3D-D2A7-9FA5-E7D9-808AFDF354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5346" y="4113516"/>
            <a:ext cx="4888747" cy="1682233"/>
          </a:xfrm>
          <a:prstGeom prst="rect">
            <a:avLst/>
          </a:prstGeom>
        </p:spPr>
      </p:pic>
    </p:spTree>
    <p:extLst>
      <p:ext uri="{BB962C8B-B14F-4D97-AF65-F5344CB8AC3E}">
        <p14:creationId xmlns:p14="http://schemas.microsoft.com/office/powerpoint/2010/main" val="4012833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0A37E-D4E4-E301-DE62-33EF0A00BD73}"/>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3165CB6-5A44-9682-33B6-672648175B55}"/>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77F7F1AF-C259-F633-E7D4-038BEEE2475A}"/>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4. Architecture technique du pipeline ETL</a:t>
            </a:r>
            <a:endParaRPr lang="fr-FR" sz="3600"/>
          </a:p>
        </p:txBody>
      </p:sp>
      <p:sp>
        <p:nvSpPr>
          <p:cNvPr id="5" name="Espace réservé du numéro de diapositive 4">
            <a:extLst>
              <a:ext uri="{FF2B5EF4-FFF2-40B4-BE49-F238E27FC236}">
                <a16:creationId xmlns:a16="http://schemas.microsoft.com/office/drawing/2014/main" id="{B3557B55-22BB-53A8-CE9A-4D1F1D9C63D5}"/>
              </a:ext>
            </a:extLst>
          </p:cNvPr>
          <p:cNvSpPr>
            <a:spLocks noGrp="1"/>
          </p:cNvSpPr>
          <p:nvPr>
            <p:ph type="sldNum" sz="quarter" idx="12"/>
          </p:nvPr>
        </p:nvSpPr>
        <p:spPr/>
        <p:txBody>
          <a:bodyPr/>
          <a:lstStyle/>
          <a:p>
            <a:pPr rtl="0"/>
            <a:fld id="{AEAA3239-9EA4-4A65-A281-97F994456D9F}" type="slidenum">
              <a:rPr lang="en-US" smtClean="0"/>
              <a:t>7</a:t>
            </a:fld>
            <a:endParaRPr lang="en-US" dirty="0"/>
          </a:p>
        </p:txBody>
      </p:sp>
      <p:cxnSp>
        <p:nvCxnSpPr>
          <p:cNvPr id="10" name="Connecteur droit avec flèche 9">
            <a:extLst>
              <a:ext uri="{FF2B5EF4-FFF2-40B4-BE49-F238E27FC236}">
                <a16:creationId xmlns:a16="http://schemas.microsoft.com/office/drawing/2014/main" id="{FE674DB6-D3DF-EAD2-F346-866DEBBBD06B}"/>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3FAF875F-94E9-138F-1A60-C8D354C49AA3}"/>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2009077F-6C2F-F61C-12E1-51F582158DAF}"/>
              </a:ext>
            </a:extLst>
          </p:cNvPr>
          <p:cNvPicPr>
            <a:picLocks noChangeAspect="1"/>
          </p:cNvPicPr>
          <p:nvPr/>
        </p:nvPicPr>
        <p:blipFill>
          <a:blip r:embed="rId4"/>
          <a:stretch>
            <a:fillRect/>
          </a:stretch>
        </p:blipFill>
        <p:spPr>
          <a:xfrm>
            <a:off x="307416" y="6244979"/>
            <a:ext cx="930633" cy="485507"/>
          </a:xfrm>
          <a:prstGeom prst="rect">
            <a:avLst/>
          </a:prstGeom>
        </p:spPr>
      </p:pic>
      <p:sp>
        <p:nvSpPr>
          <p:cNvPr id="8" name="ZoneTexte 7">
            <a:extLst>
              <a:ext uri="{FF2B5EF4-FFF2-40B4-BE49-F238E27FC236}">
                <a16:creationId xmlns:a16="http://schemas.microsoft.com/office/drawing/2014/main" id="{8D89BBDC-57F4-AD57-65EC-A5CD53761000}"/>
              </a:ext>
            </a:extLst>
          </p:cNvPr>
          <p:cNvSpPr txBox="1"/>
          <p:nvPr/>
        </p:nvSpPr>
        <p:spPr>
          <a:xfrm>
            <a:off x="393745" y="1037152"/>
            <a:ext cx="7386302" cy="512897"/>
          </a:xfrm>
          <a:prstGeom prst="rect">
            <a:avLst/>
          </a:prstGeom>
          <a:noFill/>
        </p:spPr>
        <p:txBody>
          <a:bodyPr wrap="square" lIns="91440" tIns="45720" rIns="91440" bIns="45720" rtlCol="0" anchor="t">
            <a:noAutofit/>
          </a:bodyPr>
          <a:lstStyle/>
          <a:p>
            <a:r>
              <a:rPr lang="fr-FR" sz="2400" b="1" dirty="0">
                <a:latin typeface="Arial"/>
                <a:cs typeface="Arial"/>
              </a:rPr>
              <a:t>Stockage structuré dans une base </a:t>
            </a:r>
            <a:r>
              <a:rPr lang="fr-FR" sz="2400" b="1">
                <a:latin typeface="Arial"/>
                <a:cs typeface="Arial"/>
              </a:rPr>
              <a:t>PostgreSQL</a:t>
            </a:r>
            <a:r>
              <a:rPr lang="fr-FR" sz="2400" b="1" dirty="0">
                <a:latin typeface="Arial"/>
                <a:cs typeface="Arial"/>
              </a:rPr>
              <a:t> :</a:t>
            </a:r>
          </a:p>
        </p:txBody>
      </p:sp>
      <p:sp>
        <p:nvSpPr>
          <p:cNvPr id="7" name="ZoneTexte 8">
            <a:extLst>
              <a:ext uri="{FF2B5EF4-FFF2-40B4-BE49-F238E27FC236}">
                <a16:creationId xmlns:a16="http://schemas.microsoft.com/office/drawing/2014/main" id="{127F3EBF-472D-46D8-8CBF-9A4C1A051555}"/>
              </a:ext>
            </a:extLst>
          </p:cNvPr>
          <p:cNvSpPr txBox="1"/>
          <p:nvPr/>
        </p:nvSpPr>
        <p:spPr>
          <a:xfrm>
            <a:off x="406882" y="1714050"/>
            <a:ext cx="11260171" cy="3509801"/>
          </a:xfrm>
          <a:prstGeom prst="rect">
            <a:avLst/>
          </a:prstGeom>
          <a:noFill/>
        </p:spPr>
        <p:txBody>
          <a:bodyPr wrap="square" lIns="91440" tIns="45720" rIns="91440" bIns="45720" rtlCol="0" anchor="t">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Calibri"/>
              <a:buChar char="-"/>
            </a:pPr>
            <a:r>
              <a:rPr lang="fr-FR" sz="2000" b="1" dirty="0">
                <a:solidFill>
                  <a:srgbClr val="000000"/>
                </a:solidFill>
                <a:latin typeface="Arial"/>
                <a:cs typeface="Arial"/>
              </a:rPr>
              <a:t>Schéma</a:t>
            </a:r>
            <a:r>
              <a:rPr sz="2000" b="1" dirty="0">
                <a:solidFill>
                  <a:srgbClr val="000000"/>
                </a:solidFill>
                <a:effectLst/>
                <a:latin typeface="Arial"/>
                <a:cs typeface="Arial"/>
              </a:rPr>
              <a:t> </a:t>
            </a:r>
            <a:r>
              <a:rPr lang="fr-FR" sz="2000" b="1" dirty="0">
                <a:solidFill>
                  <a:srgbClr val="000000"/>
                </a:solidFill>
                <a:latin typeface="Arial"/>
                <a:cs typeface="Arial"/>
              </a:rPr>
              <a:t>normalisé :</a:t>
            </a:r>
          </a:p>
          <a:p>
            <a:pPr marL="742950" lvl="1" indent="-285750">
              <a:buFont typeface="Courier New"/>
              <a:buChar char="o"/>
            </a:pPr>
            <a:r>
              <a:rPr lang="fr-FR" sz="2000" dirty="0">
                <a:latin typeface="Arial"/>
                <a:cs typeface="Arial"/>
              </a:rPr>
              <a:t>Permet</a:t>
            </a:r>
            <a:r>
              <a:rPr lang="fr-FR" sz="2000" dirty="0">
                <a:solidFill>
                  <a:srgbClr val="FF0000"/>
                </a:solidFill>
                <a:latin typeface="Arial"/>
                <a:cs typeface="Arial"/>
              </a:rPr>
              <a:t> </a:t>
            </a:r>
            <a:r>
              <a:rPr lang="fr-FR" sz="2000" dirty="0">
                <a:solidFill>
                  <a:srgbClr val="000000"/>
                </a:solidFill>
                <a:latin typeface="Arial"/>
                <a:cs typeface="Arial"/>
              </a:rPr>
              <a:t>d'optimiser</a:t>
            </a:r>
            <a:r>
              <a:rPr sz="2000" dirty="0">
                <a:solidFill>
                  <a:srgbClr val="000000"/>
                </a:solidFill>
                <a:effectLst/>
                <a:latin typeface="Arial"/>
                <a:cs typeface="Arial"/>
              </a:rPr>
              <a:t> les </a:t>
            </a:r>
            <a:r>
              <a:rPr lang="fr-FR" sz="2000" dirty="0">
                <a:solidFill>
                  <a:srgbClr val="000000"/>
                </a:solidFill>
                <a:latin typeface="Arial"/>
                <a:cs typeface="Arial"/>
              </a:rPr>
              <a:t>requêtes</a:t>
            </a:r>
            <a:r>
              <a:rPr sz="2000" dirty="0">
                <a:solidFill>
                  <a:srgbClr val="000000"/>
                </a:solidFill>
                <a:effectLst/>
                <a:latin typeface="Arial"/>
                <a:cs typeface="Arial"/>
              </a:rPr>
              <a:t> </a:t>
            </a:r>
            <a:r>
              <a:rPr lang="fr-FR" sz="2000" dirty="0">
                <a:solidFill>
                  <a:srgbClr val="000000"/>
                </a:solidFill>
                <a:latin typeface="Arial"/>
                <a:cs typeface="Arial"/>
              </a:rPr>
              <a:t>analytiques (modèle relationnel structuré)</a:t>
            </a:r>
            <a:endParaRPr lang="fr-FR" sz="2000" dirty="0">
              <a:solidFill>
                <a:srgbClr val="000000"/>
              </a:solidFill>
              <a:effectLst/>
              <a:latin typeface="Arial"/>
              <a:cs typeface="Arial"/>
            </a:endParaRPr>
          </a:p>
          <a:p>
            <a:pPr marL="285750" indent="-285750">
              <a:spcBef>
                <a:spcPts val="1350"/>
              </a:spcBef>
              <a:buFont typeface="Calibri"/>
              <a:buChar char="-"/>
            </a:pPr>
            <a:r>
              <a:rPr lang="fr-FR" sz="2000" b="1" dirty="0">
                <a:solidFill>
                  <a:srgbClr val="000000"/>
                </a:solidFill>
                <a:latin typeface="Arial"/>
                <a:cs typeface="Arial"/>
              </a:rPr>
              <a:t>Utilisation de</a:t>
            </a:r>
            <a:r>
              <a:rPr sz="2000" b="1" dirty="0">
                <a:solidFill>
                  <a:srgbClr val="000000"/>
                </a:solidFill>
                <a:latin typeface="Arial"/>
                <a:cs typeface="Arial"/>
              </a:rPr>
              <a:t> </a:t>
            </a:r>
            <a:r>
              <a:rPr lang="fr-FR" sz="2000" b="1" dirty="0">
                <a:solidFill>
                  <a:srgbClr val="000000"/>
                </a:solidFill>
                <a:latin typeface="Arial"/>
                <a:cs typeface="Arial"/>
              </a:rPr>
              <a:t>vues matérialisées :</a:t>
            </a:r>
            <a:endParaRPr sz="2000" dirty="0">
              <a:effectLst/>
              <a:latin typeface="Arial"/>
              <a:cs typeface="Arial"/>
            </a:endParaRPr>
          </a:p>
          <a:p>
            <a:pPr marL="742950" lvl="1" indent="-285750">
              <a:spcBef>
                <a:spcPts val="750"/>
              </a:spcBef>
              <a:buFont typeface="Courier New"/>
              <a:buChar char="o"/>
            </a:pPr>
            <a:r>
              <a:rPr lang="fr-FR" sz="2000" dirty="0">
                <a:solidFill>
                  <a:srgbClr val="000000"/>
                </a:solidFill>
                <a:latin typeface="Arial"/>
                <a:cs typeface="Arial"/>
              </a:rPr>
              <a:t>Mises</a:t>
            </a:r>
            <a:r>
              <a:rPr lang="fr-FR" sz="2000" dirty="0">
                <a:solidFill>
                  <a:srgbClr val="000000"/>
                </a:solidFill>
                <a:effectLst/>
                <a:latin typeface="Arial"/>
                <a:cs typeface="Arial"/>
              </a:rPr>
              <a:t> à jour à chaque nouvelle ingestion</a:t>
            </a:r>
          </a:p>
          <a:p>
            <a:pPr marL="742950" lvl="1" indent="-285750">
              <a:spcBef>
                <a:spcPts val="750"/>
              </a:spcBef>
              <a:buFont typeface="Courier New"/>
              <a:buChar char="o"/>
            </a:pPr>
            <a:r>
              <a:rPr lang="fr-FR" sz="2000" dirty="0">
                <a:solidFill>
                  <a:srgbClr val="000000"/>
                </a:solidFill>
                <a:latin typeface="Arial"/>
                <a:cs typeface="Arial"/>
              </a:rPr>
              <a:t>Performance ciblée</a:t>
            </a:r>
            <a:endParaRPr sz="2000" dirty="0">
              <a:effectLst/>
              <a:latin typeface="Arial"/>
              <a:cs typeface="Arial"/>
            </a:endParaRPr>
          </a:p>
          <a:p>
            <a:pPr marL="285750" indent="-285750" algn="l">
              <a:spcBef>
                <a:spcPts val="1350"/>
              </a:spcBef>
              <a:buFont typeface="Calibri"/>
              <a:buChar char="-"/>
            </a:pPr>
            <a:r>
              <a:rPr lang="fr-FR" sz="2000" b="1" dirty="0">
                <a:solidFill>
                  <a:srgbClr val="000000"/>
                </a:solidFill>
                <a:effectLst/>
                <a:latin typeface="Arial"/>
                <a:cs typeface="Arial"/>
              </a:rPr>
              <a:t>Archivage historique </a:t>
            </a:r>
            <a:r>
              <a:rPr lang="fr-FR" sz="2000" b="1" dirty="0">
                <a:solidFill>
                  <a:srgbClr val="000000"/>
                </a:solidFill>
                <a:latin typeface="Arial"/>
                <a:cs typeface="Arial"/>
              </a:rPr>
              <a:t>:</a:t>
            </a:r>
            <a:endParaRPr sz="2000" dirty="0">
              <a:effectLst/>
              <a:latin typeface="Arial"/>
              <a:cs typeface="Arial"/>
            </a:endParaRPr>
          </a:p>
          <a:p>
            <a:pPr marL="742950" lvl="1" indent="-285750">
              <a:spcBef>
                <a:spcPts val="750"/>
              </a:spcBef>
              <a:buFont typeface="Courier New"/>
              <a:buChar char="o"/>
            </a:pPr>
            <a:r>
              <a:rPr lang="fr-FR" sz="2000" dirty="0">
                <a:solidFill>
                  <a:srgbClr val="000000"/>
                </a:solidFill>
                <a:latin typeface="Arial"/>
                <a:cs typeface="Arial"/>
              </a:rPr>
              <a:t>Gestion du volume des données</a:t>
            </a:r>
            <a:endParaRPr lang="fr-FR" sz="2000" dirty="0">
              <a:solidFill>
                <a:srgbClr val="FF0000"/>
              </a:solidFill>
              <a:latin typeface="Arial"/>
              <a:cs typeface="Arial"/>
            </a:endParaRPr>
          </a:p>
        </p:txBody>
      </p:sp>
    </p:spTree>
    <p:extLst>
      <p:ext uri="{BB962C8B-B14F-4D97-AF65-F5344CB8AC3E}">
        <p14:creationId xmlns:p14="http://schemas.microsoft.com/office/powerpoint/2010/main" val="281178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F68B8-8269-9D68-852C-0BCA4F47C58A}"/>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4BC80C2-A109-E214-FBF6-E7C60E215852}"/>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F96E3BBA-D466-1A31-BA1A-064240B90F3B}"/>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4. Architecture technique du pipeline ETL</a:t>
            </a:r>
            <a:endParaRPr lang="fr-FR" sz="3600"/>
          </a:p>
        </p:txBody>
      </p:sp>
      <p:sp>
        <p:nvSpPr>
          <p:cNvPr id="5" name="Espace réservé du numéro de diapositive 4">
            <a:extLst>
              <a:ext uri="{FF2B5EF4-FFF2-40B4-BE49-F238E27FC236}">
                <a16:creationId xmlns:a16="http://schemas.microsoft.com/office/drawing/2014/main" id="{69C771DA-A1C2-03F6-4D15-90E974B559E3}"/>
              </a:ext>
            </a:extLst>
          </p:cNvPr>
          <p:cNvSpPr>
            <a:spLocks noGrp="1"/>
          </p:cNvSpPr>
          <p:nvPr>
            <p:ph type="sldNum" sz="quarter" idx="12"/>
          </p:nvPr>
        </p:nvSpPr>
        <p:spPr/>
        <p:txBody>
          <a:bodyPr/>
          <a:lstStyle/>
          <a:p>
            <a:pPr rtl="0"/>
            <a:fld id="{AEAA3239-9EA4-4A65-A281-97F994456D9F}" type="slidenum">
              <a:rPr lang="en-US" smtClean="0"/>
              <a:t>8</a:t>
            </a:fld>
            <a:endParaRPr lang="en-US" dirty="0"/>
          </a:p>
        </p:txBody>
      </p:sp>
      <p:cxnSp>
        <p:nvCxnSpPr>
          <p:cNvPr id="10" name="Connecteur droit avec flèche 9">
            <a:extLst>
              <a:ext uri="{FF2B5EF4-FFF2-40B4-BE49-F238E27FC236}">
                <a16:creationId xmlns:a16="http://schemas.microsoft.com/office/drawing/2014/main" id="{987CA538-0412-FBC7-EA74-7F2AE90B5074}"/>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317707A9-32E9-3C42-7A0A-BC9E23DC79FE}"/>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4864470F-1FDC-61B5-F1CD-0AD76E320242}"/>
              </a:ext>
            </a:extLst>
          </p:cNvPr>
          <p:cNvPicPr>
            <a:picLocks noChangeAspect="1"/>
          </p:cNvPicPr>
          <p:nvPr/>
        </p:nvPicPr>
        <p:blipFill>
          <a:blip r:embed="rId4"/>
          <a:stretch>
            <a:fillRect/>
          </a:stretch>
        </p:blipFill>
        <p:spPr>
          <a:xfrm>
            <a:off x="307416" y="6244979"/>
            <a:ext cx="930633" cy="485507"/>
          </a:xfrm>
          <a:prstGeom prst="rect">
            <a:avLst/>
          </a:prstGeom>
        </p:spPr>
      </p:pic>
      <p:pic>
        <p:nvPicPr>
          <p:cNvPr id="2" name="Image 1" descr="Une image contenant diagramme, texte, croquis, Plan&#10;&#10;Le contenu généré par l’IA peut être incorrect.">
            <a:extLst>
              <a:ext uri="{FF2B5EF4-FFF2-40B4-BE49-F238E27FC236}">
                <a16:creationId xmlns:a16="http://schemas.microsoft.com/office/drawing/2014/main" id="{4DE529AB-797F-9319-2932-3CCB52518F41}"/>
              </a:ext>
            </a:extLst>
          </p:cNvPr>
          <p:cNvPicPr>
            <a:picLocks noChangeAspect="1"/>
          </p:cNvPicPr>
          <p:nvPr/>
        </p:nvPicPr>
        <p:blipFill>
          <a:blip r:embed="rId5"/>
          <a:stretch>
            <a:fillRect/>
          </a:stretch>
        </p:blipFill>
        <p:spPr>
          <a:xfrm>
            <a:off x="397972" y="1544728"/>
            <a:ext cx="7382143" cy="4444687"/>
          </a:xfrm>
          <a:prstGeom prst="rect">
            <a:avLst/>
          </a:prstGeom>
        </p:spPr>
      </p:pic>
      <p:sp>
        <p:nvSpPr>
          <p:cNvPr id="8" name="ZoneTexte 7">
            <a:extLst>
              <a:ext uri="{FF2B5EF4-FFF2-40B4-BE49-F238E27FC236}">
                <a16:creationId xmlns:a16="http://schemas.microsoft.com/office/drawing/2014/main" id="{0BD76EA0-CBBB-FD15-14F8-ABE1AFF32541}"/>
              </a:ext>
            </a:extLst>
          </p:cNvPr>
          <p:cNvSpPr txBox="1"/>
          <p:nvPr/>
        </p:nvSpPr>
        <p:spPr>
          <a:xfrm>
            <a:off x="393745" y="1037152"/>
            <a:ext cx="7386302" cy="512897"/>
          </a:xfrm>
          <a:prstGeom prst="rect">
            <a:avLst/>
          </a:prstGeom>
          <a:noFill/>
        </p:spPr>
        <p:txBody>
          <a:bodyPr wrap="square" lIns="91440" tIns="45720" rIns="91440" bIns="45720" rtlCol="0" anchor="t">
            <a:noAutofit/>
          </a:bodyPr>
          <a:lstStyle/>
          <a:p>
            <a:r>
              <a:rPr lang="fr-FR" sz="2400" b="1">
                <a:latin typeface="Arial"/>
                <a:cs typeface="Arial"/>
              </a:rPr>
              <a:t>Architecture modulaire en Python :</a:t>
            </a:r>
            <a:endParaRPr lang="fr-FR" sz="2400" b="1" dirty="0">
              <a:latin typeface="Arial"/>
              <a:cs typeface="Arial"/>
            </a:endParaRPr>
          </a:p>
        </p:txBody>
      </p:sp>
      <p:sp>
        <p:nvSpPr>
          <p:cNvPr id="12" name="ZoneTexte 11">
            <a:extLst>
              <a:ext uri="{FF2B5EF4-FFF2-40B4-BE49-F238E27FC236}">
                <a16:creationId xmlns:a16="http://schemas.microsoft.com/office/drawing/2014/main" id="{9B8F782B-9E28-1602-60D0-E15FB32FEA89}"/>
              </a:ext>
            </a:extLst>
          </p:cNvPr>
          <p:cNvSpPr txBox="1"/>
          <p:nvPr/>
        </p:nvSpPr>
        <p:spPr>
          <a:xfrm>
            <a:off x="7895689" y="1541576"/>
            <a:ext cx="3962668" cy="4591205"/>
          </a:xfrm>
          <a:prstGeom prst="rect">
            <a:avLst/>
          </a:prstGeom>
          <a:noFill/>
        </p:spPr>
        <p:txBody>
          <a:bodyPr wrap="square" lIns="91440" tIns="45720" rIns="91440" bIns="45720" rtlCol="0" anchor="t">
            <a:noAutofit/>
          </a:bodyPr>
          <a:lstStyle/>
          <a:p>
            <a:pPr marL="342900" indent="-342900">
              <a:buFont typeface="Calibri"/>
              <a:buChar char="-"/>
            </a:pPr>
            <a:r>
              <a:rPr lang="fr-FR" sz="2400" dirty="0">
                <a:latin typeface="Arial"/>
                <a:cs typeface="Arial"/>
              </a:rPr>
              <a:t>Services Métiers :</a:t>
            </a:r>
          </a:p>
          <a:p>
            <a:pPr marL="800100" lvl="1" indent="-342900">
              <a:buFont typeface="Courier New"/>
              <a:buChar char="o"/>
            </a:pPr>
            <a:r>
              <a:rPr lang="fr-FR" sz="1600" dirty="0">
                <a:latin typeface="Arial"/>
                <a:cs typeface="Arial"/>
              </a:rPr>
              <a:t>Ingestion </a:t>
            </a:r>
          </a:p>
          <a:p>
            <a:pPr marL="800100" lvl="1" indent="-342900">
              <a:buFont typeface="Courier New"/>
              <a:buChar char="o"/>
            </a:pPr>
            <a:r>
              <a:rPr lang="fr-FR" sz="1600" dirty="0">
                <a:latin typeface="Arial"/>
                <a:cs typeface="Arial"/>
              </a:rPr>
              <a:t>Transformation &amp; normalisation</a:t>
            </a:r>
          </a:p>
          <a:p>
            <a:pPr marL="800100" lvl="1" indent="-342900">
              <a:buFont typeface="Courier New"/>
              <a:buChar char="o"/>
            </a:pPr>
            <a:r>
              <a:rPr lang="fr-FR" sz="1600" dirty="0">
                <a:latin typeface="Arial"/>
                <a:cs typeface="Arial"/>
              </a:rPr>
              <a:t>Intégration en BDD</a:t>
            </a:r>
          </a:p>
          <a:p>
            <a:pPr marL="800100" lvl="1" indent="-342900">
              <a:buFont typeface="Courier New"/>
              <a:buChar char="o"/>
            </a:pPr>
            <a:endParaRPr lang="fr-FR" sz="1400" dirty="0">
              <a:latin typeface="Arial"/>
              <a:cs typeface="Arial"/>
            </a:endParaRPr>
          </a:p>
          <a:p>
            <a:pPr marL="342900" indent="-342900">
              <a:buFont typeface="Calibri"/>
              <a:buChar char="-"/>
            </a:pPr>
            <a:r>
              <a:rPr lang="fr-FR" sz="2400" dirty="0">
                <a:latin typeface="Arial"/>
                <a:cs typeface="Arial"/>
              </a:rPr>
              <a:t>Couche Modèles :</a:t>
            </a:r>
          </a:p>
          <a:p>
            <a:pPr marL="800100" lvl="1" indent="-342900">
              <a:buFont typeface="Courier New"/>
              <a:buChar char="o"/>
            </a:pPr>
            <a:r>
              <a:rPr lang="fr-FR" sz="1600" dirty="0">
                <a:latin typeface="Arial"/>
                <a:cs typeface="Arial"/>
              </a:rPr>
              <a:t>Objets métiers (</a:t>
            </a:r>
            <a:r>
              <a:rPr lang="fr-FR" sz="1600" dirty="0" err="1">
                <a:latin typeface="Arial"/>
                <a:cs typeface="Arial"/>
              </a:rPr>
              <a:t>get</a:t>
            </a:r>
            <a:r>
              <a:rPr lang="fr-FR" sz="1600" dirty="0">
                <a:latin typeface="Arial"/>
                <a:cs typeface="Arial"/>
              </a:rPr>
              <a:t>, </a:t>
            </a:r>
            <a:r>
              <a:rPr lang="fr-FR" sz="1600" dirty="0" err="1">
                <a:latin typeface="Arial"/>
                <a:cs typeface="Arial"/>
              </a:rPr>
              <a:t>list</a:t>
            </a:r>
            <a:r>
              <a:rPr lang="fr-FR" sz="1600" dirty="0">
                <a:latin typeface="Arial"/>
                <a:cs typeface="Arial"/>
              </a:rPr>
              <a:t>, </a:t>
            </a:r>
            <a:r>
              <a:rPr lang="fr-FR" sz="1600" dirty="0" err="1">
                <a:latin typeface="Arial"/>
                <a:cs typeface="Arial"/>
              </a:rPr>
              <a:t>save</a:t>
            </a:r>
            <a:r>
              <a:rPr lang="fr-FR" sz="1600" dirty="0">
                <a:latin typeface="Arial"/>
                <a:cs typeface="Arial"/>
              </a:rPr>
              <a:t>)</a:t>
            </a:r>
          </a:p>
          <a:p>
            <a:pPr marL="800100" lvl="1" indent="-342900">
              <a:buFont typeface="Courier New"/>
              <a:buChar char="o"/>
            </a:pPr>
            <a:endParaRPr lang="fr-FR" sz="1600" dirty="0">
              <a:latin typeface="Arial"/>
              <a:cs typeface="Arial"/>
            </a:endParaRPr>
          </a:p>
          <a:p>
            <a:pPr marL="342900" indent="-342900">
              <a:buFontTx/>
              <a:buChar char="-"/>
            </a:pPr>
            <a:r>
              <a:rPr lang="fr-FR" sz="2400" dirty="0">
                <a:latin typeface="Arial"/>
                <a:cs typeface="Arial"/>
              </a:rPr>
              <a:t>Couche API</a:t>
            </a:r>
          </a:p>
          <a:p>
            <a:pPr marL="800100" lvl="1" indent="-342900">
              <a:buFont typeface="Courier New"/>
              <a:buChar char="o"/>
            </a:pPr>
            <a:r>
              <a:rPr lang="fr-FR" sz="1600" dirty="0">
                <a:latin typeface="Arial"/>
                <a:cs typeface="Arial"/>
              </a:rPr>
              <a:t>Gestion user </a:t>
            </a:r>
            <a:r>
              <a:rPr lang="fr-FR" sz="1600" dirty="0" err="1">
                <a:latin typeface="Arial"/>
                <a:cs typeface="Arial"/>
              </a:rPr>
              <a:t>token</a:t>
            </a:r>
            <a:endParaRPr lang="fr-FR" sz="1600" dirty="0">
              <a:latin typeface="Arial"/>
              <a:cs typeface="Arial"/>
            </a:endParaRPr>
          </a:p>
          <a:p>
            <a:pPr marL="342900" indent="-342900">
              <a:buFontTx/>
              <a:buChar char="-"/>
            </a:pPr>
            <a:endParaRPr lang="fr-FR" sz="2400" dirty="0">
              <a:latin typeface="Arial"/>
              <a:cs typeface="Arial"/>
            </a:endParaRPr>
          </a:p>
          <a:p>
            <a:pPr marL="342900" indent="-342900">
              <a:buFont typeface="Calibri"/>
              <a:buChar char="-"/>
            </a:pPr>
            <a:r>
              <a:rPr lang="fr-FR" sz="2400" dirty="0">
                <a:latin typeface="Arial"/>
                <a:cs typeface="Arial"/>
              </a:rPr>
              <a:t>Couche Data :</a:t>
            </a:r>
          </a:p>
          <a:p>
            <a:pPr marL="800100" lvl="1" indent="-342900">
              <a:buFont typeface="Courier New"/>
              <a:buChar char="o"/>
            </a:pPr>
            <a:r>
              <a:rPr lang="fr-FR" sz="1600" dirty="0">
                <a:latin typeface="Arial"/>
                <a:cs typeface="Arial"/>
              </a:rPr>
              <a:t>Création base, tables</a:t>
            </a:r>
          </a:p>
          <a:p>
            <a:pPr marL="800100" lvl="1" indent="-342900">
              <a:buFont typeface="Courier New"/>
              <a:buChar char="o"/>
            </a:pPr>
            <a:r>
              <a:rPr lang="fr-FR" sz="1600" dirty="0">
                <a:latin typeface="Arial"/>
                <a:cs typeface="Arial"/>
              </a:rPr>
              <a:t>Création, rafraîchissement vues</a:t>
            </a:r>
          </a:p>
          <a:p>
            <a:pPr marL="800100" lvl="1" indent="-342900">
              <a:buFont typeface="Courier New"/>
              <a:buChar char="o"/>
            </a:pPr>
            <a:r>
              <a:rPr lang="fr-FR" sz="1600" dirty="0">
                <a:latin typeface="Arial"/>
                <a:cs typeface="Arial"/>
              </a:rPr>
              <a:t>Connexion</a:t>
            </a:r>
          </a:p>
          <a:p>
            <a:pPr marL="800100" lvl="1" indent="-342900">
              <a:buFont typeface="Courier New"/>
              <a:buChar char="o"/>
            </a:pPr>
            <a:r>
              <a:rPr lang="fr-FR" sz="1600" dirty="0">
                <a:latin typeface="Arial"/>
                <a:cs typeface="Arial"/>
              </a:rPr>
              <a:t>Exécution requête</a:t>
            </a:r>
            <a:endParaRPr lang="fr-FR" sz="2000" dirty="0">
              <a:latin typeface="Arial"/>
              <a:cs typeface="Arial"/>
            </a:endParaRPr>
          </a:p>
        </p:txBody>
      </p:sp>
    </p:spTree>
    <p:extLst>
      <p:ext uri="{BB962C8B-B14F-4D97-AF65-F5344CB8AC3E}">
        <p14:creationId xmlns:p14="http://schemas.microsoft.com/office/powerpoint/2010/main" val="845731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E2BB5-E63C-D7BE-CE25-EE4352B4FCEE}"/>
            </a:ext>
          </a:extLst>
        </p:cNvPr>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AD975760-39C9-341C-86B4-CB93CF086F3B}"/>
              </a:ext>
            </a:extLst>
          </p:cNvPr>
          <p:cNvSpPr>
            <a:spLocks noGrp="1"/>
          </p:cNvSpPr>
          <p:nvPr>
            <p:ph sz="quarter" idx="15"/>
          </p:nvPr>
        </p:nvSpPr>
        <p:spPr/>
        <p:txBody>
          <a:bodyPr/>
          <a:lstStyle/>
          <a:p>
            <a:endParaRPr lang="fr-FR"/>
          </a:p>
        </p:txBody>
      </p:sp>
      <p:sp>
        <p:nvSpPr>
          <p:cNvPr id="12" name="Espace réservé du contenu 11">
            <a:extLst>
              <a:ext uri="{FF2B5EF4-FFF2-40B4-BE49-F238E27FC236}">
                <a16:creationId xmlns:a16="http://schemas.microsoft.com/office/drawing/2014/main" id="{70006026-D6E2-C538-27BA-987787397A9D}"/>
              </a:ext>
            </a:extLst>
          </p:cNvPr>
          <p:cNvSpPr>
            <a:spLocks noGrp="1"/>
          </p:cNvSpPr>
          <p:nvPr>
            <p:ph sz="quarter" idx="16"/>
          </p:nvPr>
        </p:nvSpPr>
        <p:spPr/>
        <p:txBody>
          <a:bodyPr/>
          <a:lstStyle/>
          <a:p>
            <a:endParaRPr lang="fr-FR"/>
          </a:p>
        </p:txBody>
      </p:sp>
      <p:pic>
        <p:nvPicPr>
          <p:cNvPr id="13" name="Espace réservé du contenu 5">
            <a:extLst>
              <a:ext uri="{FF2B5EF4-FFF2-40B4-BE49-F238E27FC236}">
                <a16:creationId xmlns:a16="http://schemas.microsoft.com/office/drawing/2014/main" id="{345D7CA1-2F21-7FC2-997E-0FA0E58ED9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4" name="Espace réservé du contenu 3">
            <a:extLst>
              <a:ext uri="{FF2B5EF4-FFF2-40B4-BE49-F238E27FC236}">
                <a16:creationId xmlns:a16="http://schemas.microsoft.com/office/drawing/2014/main" id="{ACB54D6D-1D75-83B7-CA4E-6DBD4A52E759}"/>
              </a:ext>
            </a:extLst>
          </p:cNvPr>
          <p:cNvSpPr txBox="1">
            <a:spLocks/>
          </p:cNvSpPr>
          <p:nvPr/>
        </p:nvSpPr>
        <p:spPr>
          <a:xfrm>
            <a:off x="324252" y="204720"/>
            <a:ext cx="11328847" cy="834042"/>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
              <a:buFont typeface="Arial" panose="020B0604020202020204" pitchFamily="34" charset="0"/>
              <a:buNone/>
            </a:pPr>
            <a:r>
              <a:rPr lang="fr-FR" sz="3600">
                <a:solidFill>
                  <a:srgbClr val="000000"/>
                </a:solidFill>
                <a:latin typeface="Arial"/>
                <a:cs typeface="Arial"/>
              </a:rPr>
              <a:t>4. Architecture technique du pipeline ETL</a:t>
            </a:r>
            <a:endParaRPr lang="fr-FR" sz="3600"/>
          </a:p>
        </p:txBody>
      </p:sp>
      <p:sp>
        <p:nvSpPr>
          <p:cNvPr id="15" name="Espace réservé du numéro de diapositive 4">
            <a:extLst>
              <a:ext uri="{FF2B5EF4-FFF2-40B4-BE49-F238E27FC236}">
                <a16:creationId xmlns:a16="http://schemas.microsoft.com/office/drawing/2014/main" id="{9554E379-D36D-7CB1-817F-C5C0F73A08D8}"/>
              </a:ext>
            </a:extLst>
          </p:cNvPr>
          <p:cNvSpPr>
            <a:spLocks noGrp="1"/>
          </p:cNvSpPr>
          <p:nvPr>
            <p:ph type="sldNum" sz="quarter" idx="12"/>
          </p:nvPr>
        </p:nvSpPr>
        <p:spPr>
          <a:xfrm>
            <a:off x="11049000" y="6400800"/>
            <a:ext cx="990599" cy="457200"/>
          </a:xfrm>
        </p:spPr>
        <p:txBody>
          <a:bodyPr/>
          <a:lstStyle/>
          <a:p>
            <a:pPr rtl="0"/>
            <a:fld id="{AEAA3239-9EA4-4A65-A281-97F994456D9F}" type="slidenum">
              <a:rPr lang="en-US" smtClean="0"/>
              <a:t>9</a:t>
            </a:fld>
            <a:endParaRPr lang="en-US" dirty="0"/>
          </a:p>
        </p:txBody>
      </p:sp>
      <p:cxnSp>
        <p:nvCxnSpPr>
          <p:cNvPr id="16" name="Connecteur droit avec flèche 15">
            <a:extLst>
              <a:ext uri="{FF2B5EF4-FFF2-40B4-BE49-F238E27FC236}">
                <a16:creationId xmlns:a16="http://schemas.microsoft.com/office/drawing/2014/main" id="{22E575FF-8627-0279-2B69-C79705B19FF2}"/>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7" name="Image 16" descr="Une image contenant Police, texte, logo, Graphique&#10;&#10;Le contenu généré par l’IA peut être incorrect.">
            <a:extLst>
              <a:ext uri="{FF2B5EF4-FFF2-40B4-BE49-F238E27FC236}">
                <a16:creationId xmlns:a16="http://schemas.microsoft.com/office/drawing/2014/main" id="{124CC94A-69C6-A8F2-D53E-1C432633E6F2}"/>
              </a:ext>
            </a:extLst>
          </p:cNvPr>
          <p:cNvPicPr>
            <a:picLocks noChangeAspect="1"/>
          </p:cNvPicPr>
          <p:nvPr/>
        </p:nvPicPr>
        <p:blipFill>
          <a:blip r:embed="rId4"/>
          <a:stretch>
            <a:fillRect/>
          </a:stretch>
        </p:blipFill>
        <p:spPr>
          <a:xfrm>
            <a:off x="307416" y="6244979"/>
            <a:ext cx="930633" cy="485507"/>
          </a:xfrm>
          <a:prstGeom prst="rect">
            <a:avLst/>
          </a:prstGeom>
        </p:spPr>
      </p:pic>
      <p:sp>
        <p:nvSpPr>
          <p:cNvPr id="19" name="ZoneTexte 18">
            <a:extLst>
              <a:ext uri="{FF2B5EF4-FFF2-40B4-BE49-F238E27FC236}">
                <a16:creationId xmlns:a16="http://schemas.microsoft.com/office/drawing/2014/main" id="{E2112282-7E44-5A2B-5132-3A782ABC4F57}"/>
              </a:ext>
            </a:extLst>
          </p:cNvPr>
          <p:cNvSpPr txBox="1"/>
          <p:nvPr/>
        </p:nvSpPr>
        <p:spPr>
          <a:xfrm>
            <a:off x="340083" y="1037152"/>
            <a:ext cx="6677964" cy="512897"/>
          </a:xfrm>
          <a:prstGeom prst="rect">
            <a:avLst/>
          </a:prstGeom>
          <a:noFill/>
        </p:spPr>
        <p:txBody>
          <a:bodyPr wrap="square" lIns="91440" tIns="45720" rIns="91440" bIns="45720" rtlCol="0" anchor="t">
            <a:noAutofit/>
          </a:bodyPr>
          <a:lstStyle/>
          <a:p>
            <a:r>
              <a:rPr lang="fr-FR" sz="2400" b="1" dirty="0">
                <a:latin typeface="Arial"/>
                <a:cs typeface="Arial"/>
              </a:rPr>
              <a:t>Orchestration du pipeline avec </a:t>
            </a:r>
            <a:r>
              <a:rPr lang="fr-FR" sz="2400" b="1" dirty="0" err="1">
                <a:latin typeface="Arial"/>
                <a:cs typeface="Arial"/>
              </a:rPr>
              <a:t>Airflow</a:t>
            </a:r>
            <a:r>
              <a:rPr lang="fr-FR" sz="2400" b="1" dirty="0">
                <a:latin typeface="Arial"/>
                <a:cs typeface="Arial"/>
              </a:rPr>
              <a:t> :</a:t>
            </a:r>
          </a:p>
        </p:txBody>
      </p:sp>
      <p:sp>
        <p:nvSpPr>
          <p:cNvPr id="21" name="ZoneTexte 2">
            <a:extLst>
              <a:ext uri="{FF2B5EF4-FFF2-40B4-BE49-F238E27FC236}">
                <a16:creationId xmlns:a16="http://schemas.microsoft.com/office/drawing/2014/main" id="{BD598773-F434-BBEC-528F-ED30A18C99A0}"/>
              </a:ext>
            </a:extLst>
          </p:cNvPr>
          <p:cNvSpPr txBox="1"/>
          <p:nvPr/>
        </p:nvSpPr>
        <p:spPr>
          <a:xfrm flipH="1">
            <a:off x="402332" y="1483875"/>
            <a:ext cx="10650534" cy="1631216"/>
          </a:xfrm>
          <a:prstGeom prst="rect">
            <a:avLst/>
          </a:prstGeom>
          <a:noFill/>
        </p:spPr>
        <p:txBody>
          <a:bodyPr wrap="square" lIns="91440" tIns="45720" rIns="91440" bIns="45720" rtlCol="0" anchor="t">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Calibri" panose="020B0604020202020204" pitchFamily="34" charset="0"/>
              <a:buChar char="-"/>
            </a:pPr>
            <a:r>
              <a:rPr lang="en-US" sz="2000" dirty="0">
                <a:latin typeface="Arial"/>
                <a:cs typeface="Arial"/>
              </a:rPr>
              <a:t>DAGs </a:t>
            </a:r>
            <a:r>
              <a:rPr lang="en-US" sz="2000" dirty="0" err="1">
                <a:latin typeface="Arial"/>
                <a:cs typeface="Arial"/>
              </a:rPr>
              <a:t>planifiés</a:t>
            </a:r>
            <a:r>
              <a:rPr lang="en-US" sz="2000" dirty="0">
                <a:latin typeface="Arial"/>
                <a:cs typeface="Arial"/>
              </a:rPr>
              <a:t>, Gestion des </a:t>
            </a:r>
            <a:r>
              <a:rPr lang="en-US" sz="2000" dirty="0" err="1">
                <a:latin typeface="Arial"/>
                <a:cs typeface="Arial"/>
              </a:rPr>
              <a:t>dépendances</a:t>
            </a:r>
            <a:r>
              <a:rPr lang="en-US" sz="2000" dirty="0">
                <a:latin typeface="Arial"/>
                <a:cs typeface="Arial"/>
              </a:rPr>
              <a:t> entre étapes, </a:t>
            </a:r>
            <a:r>
              <a:rPr lang="en-US" sz="2000" dirty="0" err="1">
                <a:latin typeface="Arial"/>
                <a:cs typeface="Arial"/>
              </a:rPr>
              <a:t>tâches</a:t>
            </a:r>
            <a:r>
              <a:rPr lang="en-US" sz="2000" dirty="0">
                <a:latin typeface="Arial"/>
                <a:cs typeface="Arial"/>
              </a:rPr>
              <a:t> </a:t>
            </a:r>
            <a:r>
              <a:rPr lang="en-US" sz="2000" dirty="0" err="1">
                <a:latin typeface="Arial"/>
                <a:cs typeface="Arial"/>
              </a:rPr>
              <a:t>parallélisées</a:t>
            </a:r>
            <a:endParaRPr lang="en-US" sz="2000" dirty="0">
              <a:latin typeface="Arial"/>
              <a:cs typeface="Arial"/>
            </a:endParaRPr>
          </a:p>
          <a:p>
            <a:pPr marL="285750" lvl="0" indent="-285750">
              <a:buFont typeface="Calibri" panose="020B0604020202020204" pitchFamily="34" charset="0"/>
              <a:buChar char="-"/>
            </a:pPr>
            <a:r>
              <a:rPr lang="en-US" sz="2000" dirty="0">
                <a:latin typeface="Arial"/>
                <a:cs typeface="Arial"/>
              </a:rPr>
              <a:t>Retry </a:t>
            </a:r>
            <a:r>
              <a:rPr lang="en-US" sz="2000" dirty="0" err="1">
                <a:latin typeface="Arial"/>
                <a:cs typeface="Arial"/>
              </a:rPr>
              <a:t>automatique</a:t>
            </a:r>
            <a:r>
              <a:rPr lang="en-US" sz="2000" dirty="0">
                <a:latin typeface="Arial"/>
                <a:cs typeface="Arial"/>
              </a:rPr>
              <a:t> </a:t>
            </a:r>
            <a:r>
              <a:rPr lang="en-US" sz="2000" dirty="0" err="1">
                <a:latin typeface="Arial"/>
                <a:cs typeface="Arial"/>
              </a:rPr>
              <a:t>en</a:t>
            </a:r>
            <a:r>
              <a:rPr lang="en-US" sz="2000" dirty="0">
                <a:latin typeface="Arial"/>
                <a:cs typeface="Arial"/>
              </a:rPr>
              <a:t> </a:t>
            </a:r>
            <a:r>
              <a:rPr lang="en-US" sz="2000" dirty="0" err="1">
                <a:latin typeface="Arial"/>
                <a:cs typeface="Arial"/>
              </a:rPr>
              <a:t>cas</a:t>
            </a:r>
            <a:r>
              <a:rPr lang="en-US" sz="2000" dirty="0">
                <a:latin typeface="Arial"/>
                <a:cs typeface="Arial"/>
              </a:rPr>
              <a:t> </a:t>
            </a:r>
            <a:r>
              <a:rPr lang="en-US" sz="2000" dirty="0" err="1">
                <a:latin typeface="Arial"/>
                <a:cs typeface="Arial"/>
              </a:rPr>
              <a:t>d’échec</a:t>
            </a:r>
            <a:endParaRPr lang="en-US" sz="2000" dirty="0">
              <a:latin typeface="Arial"/>
              <a:cs typeface="Arial"/>
            </a:endParaRPr>
          </a:p>
          <a:p>
            <a:pPr marL="285750" lvl="0" indent="-285750">
              <a:buFont typeface="Calibri" panose="020B0604020202020204" pitchFamily="34" charset="0"/>
              <a:buChar char="-"/>
            </a:pPr>
            <a:r>
              <a:rPr lang="en-US" sz="2000" dirty="0">
                <a:latin typeface="Arial"/>
                <a:cs typeface="Arial"/>
              </a:rPr>
              <a:t>Logs et monitoring </a:t>
            </a:r>
            <a:r>
              <a:rPr lang="en-US" sz="2000" dirty="0" err="1">
                <a:latin typeface="Arial"/>
                <a:cs typeface="Arial"/>
              </a:rPr>
              <a:t>intégrés</a:t>
            </a:r>
            <a:endParaRPr lang="en-US" sz="2000" dirty="0">
              <a:latin typeface="Arial"/>
              <a:cs typeface="Arial"/>
            </a:endParaRPr>
          </a:p>
          <a:p>
            <a:pPr marL="285750" indent="-285750">
              <a:buFont typeface="Calibri" panose="020B0604020202020204" pitchFamily="34" charset="0"/>
              <a:buChar char="-"/>
            </a:pPr>
            <a:r>
              <a:rPr lang="en-US" sz="2000" dirty="0"/>
              <a:t>Celery/Redis =&gt; </a:t>
            </a:r>
            <a:r>
              <a:rPr lang="en-US" sz="2000" dirty="0" err="1"/>
              <a:t>parallélisme</a:t>
            </a:r>
            <a:r>
              <a:rPr lang="en-US" sz="2000" dirty="0"/>
              <a:t> des </a:t>
            </a:r>
            <a:r>
              <a:rPr lang="en-US" sz="2000" dirty="0" err="1"/>
              <a:t>appels</a:t>
            </a:r>
            <a:r>
              <a:rPr lang="en-US" sz="2000" dirty="0"/>
              <a:t> à </a:t>
            </a:r>
            <a:r>
              <a:rPr lang="en-US" sz="2000" dirty="0" err="1"/>
              <a:t>l’API</a:t>
            </a:r>
            <a:r>
              <a:rPr lang="en-US" sz="2000" dirty="0"/>
              <a:t> </a:t>
            </a:r>
            <a:r>
              <a:rPr lang="en-US" sz="2000" dirty="0" err="1"/>
              <a:t>prévision</a:t>
            </a:r>
            <a:r>
              <a:rPr lang="en-US" sz="2000" dirty="0"/>
              <a:t> </a:t>
            </a:r>
            <a:r>
              <a:rPr lang="en-US" sz="2000" dirty="0" err="1"/>
              <a:t>météo</a:t>
            </a:r>
            <a:endParaRPr lang="en-US" sz="2000" dirty="0"/>
          </a:p>
          <a:p>
            <a:pPr marL="285750" lvl="0" indent="-285750">
              <a:buFont typeface="Calibri" panose="020B0604020202020204" pitchFamily="34" charset="0"/>
              <a:buChar char="-"/>
            </a:pPr>
            <a:endParaRPr lang="fr-FR" sz="2000" dirty="0" err="1">
              <a:latin typeface="Arial"/>
              <a:cs typeface="Arial"/>
            </a:endParaRPr>
          </a:p>
        </p:txBody>
      </p:sp>
      <p:sp>
        <p:nvSpPr>
          <p:cNvPr id="23" name="Espace réservé du pied de page 1">
            <a:extLst>
              <a:ext uri="{FF2B5EF4-FFF2-40B4-BE49-F238E27FC236}">
                <a16:creationId xmlns:a16="http://schemas.microsoft.com/office/drawing/2014/main" id="{6B1CDD0B-D833-D079-1415-4E4B0E263738}"/>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24" name="Image 23">
            <a:extLst>
              <a:ext uri="{FF2B5EF4-FFF2-40B4-BE49-F238E27FC236}">
                <a16:creationId xmlns:a16="http://schemas.microsoft.com/office/drawing/2014/main" id="{A7A9B971-56C7-1DC0-E71D-6E3592AC7B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89561" y="3531551"/>
            <a:ext cx="7157893" cy="2841431"/>
          </a:xfrm>
          <a:prstGeom prst="rect">
            <a:avLst/>
          </a:prstGeom>
        </p:spPr>
      </p:pic>
      <p:pic>
        <p:nvPicPr>
          <p:cNvPr id="25" name="Image 24">
            <a:extLst>
              <a:ext uri="{FF2B5EF4-FFF2-40B4-BE49-F238E27FC236}">
                <a16:creationId xmlns:a16="http://schemas.microsoft.com/office/drawing/2014/main" id="{40438186-EABF-296B-61B2-D5CFFA5A4F31}"/>
              </a:ext>
            </a:extLst>
          </p:cNvPr>
          <p:cNvPicPr>
            <a:picLocks noChangeAspect="1"/>
          </p:cNvPicPr>
          <p:nvPr/>
        </p:nvPicPr>
        <p:blipFill>
          <a:blip r:embed="rId6"/>
          <a:stretch>
            <a:fillRect/>
          </a:stretch>
        </p:blipFill>
        <p:spPr>
          <a:xfrm>
            <a:off x="1051512" y="2893855"/>
            <a:ext cx="9014294" cy="1496030"/>
          </a:xfrm>
          <a:prstGeom prst="rect">
            <a:avLst/>
          </a:prstGeom>
        </p:spPr>
      </p:pic>
    </p:spTree>
    <p:extLst>
      <p:ext uri="{BB962C8B-B14F-4D97-AF65-F5344CB8AC3E}">
        <p14:creationId xmlns:p14="http://schemas.microsoft.com/office/powerpoint/2010/main" val="288042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5421B-BB86-DF6E-D1D4-7F5D53500FDE}"/>
            </a:ext>
          </a:extLst>
        </p:cNvPr>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F30741AD-6234-1E4D-C691-CF665459697F}"/>
              </a:ext>
            </a:extLst>
          </p:cNvPr>
          <p:cNvSpPr>
            <a:spLocks noGrp="1"/>
          </p:cNvSpPr>
          <p:nvPr>
            <p:ph sz="quarter" idx="15"/>
          </p:nvPr>
        </p:nvSpPr>
        <p:spPr/>
        <p:txBody>
          <a:bodyPr/>
          <a:lstStyle/>
          <a:p>
            <a:endParaRPr lang="fr-FR"/>
          </a:p>
        </p:txBody>
      </p:sp>
      <p:sp>
        <p:nvSpPr>
          <p:cNvPr id="13" name="Espace réservé du contenu 12">
            <a:extLst>
              <a:ext uri="{FF2B5EF4-FFF2-40B4-BE49-F238E27FC236}">
                <a16:creationId xmlns:a16="http://schemas.microsoft.com/office/drawing/2014/main" id="{621D9F06-8C9D-85A0-B719-1A8794718334}"/>
              </a:ext>
            </a:extLst>
          </p:cNvPr>
          <p:cNvSpPr>
            <a:spLocks noGrp="1"/>
          </p:cNvSpPr>
          <p:nvPr>
            <p:ph sz="quarter" idx="16"/>
          </p:nvPr>
        </p:nvSpPr>
        <p:spPr/>
        <p:txBody>
          <a:bodyPr/>
          <a:lstStyle/>
          <a:p>
            <a:endParaRPr lang="fr-FR"/>
          </a:p>
        </p:txBody>
      </p:sp>
      <p:sp>
        <p:nvSpPr>
          <p:cNvPr id="14" name="Titre 2">
            <a:extLst>
              <a:ext uri="{FF2B5EF4-FFF2-40B4-BE49-F238E27FC236}">
                <a16:creationId xmlns:a16="http://schemas.microsoft.com/office/drawing/2014/main" id="{3CB4B8CE-AAFE-DF39-8FB0-9DF81E774377}"/>
              </a:ext>
            </a:extLst>
          </p:cNvPr>
          <p:cNvSpPr>
            <a:spLocks noGrp="1"/>
          </p:cNvSpPr>
          <p:nvPr>
            <p:ph type="title"/>
          </p:nvPr>
        </p:nvSpPr>
        <p:spPr>
          <a:xfrm>
            <a:off x="1143000" y="681036"/>
            <a:ext cx="9906000" cy="999861"/>
          </a:xfrm>
        </p:spPr>
        <p:txBody>
          <a:bodyPr/>
          <a:lstStyle/>
          <a:p>
            <a:endParaRPr lang="fr-FR"/>
          </a:p>
        </p:txBody>
      </p:sp>
      <p:sp>
        <p:nvSpPr>
          <p:cNvPr id="15" name="Espace réservé du pied de page 4">
            <a:extLst>
              <a:ext uri="{FF2B5EF4-FFF2-40B4-BE49-F238E27FC236}">
                <a16:creationId xmlns:a16="http://schemas.microsoft.com/office/drawing/2014/main" id="{6D05D584-06C5-F4B2-CE93-DBD6BDF667EB}"/>
              </a:ext>
            </a:extLst>
          </p:cNvPr>
          <p:cNvSpPr>
            <a:spLocks noGrp="1"/>
          </p:cNvSpPr>
          <p:nvPr>
            <p:ph type="ftr" sz="quarter" idx="11"/>
          </p:nvPr>
        </p:nvSpPr>
        <p:spPr>
          <a:xfrm>
            <a:off x="152400" y="6400800"/>
            <a:ext cx="5943599" cy="457200"/>
          </a:xfrm>
        </p:spPr>
        <p:txBody>
          <a:bodyPr/>
          <a:lstStyle/>
          <a:p>
            <a:pPr rtl="0"/>
            <a:r>
              <a:rPr lang="it-IT"/>
              <a:t>DataScientest/Liora - Data Engineer 062025-052026</a:t>
            </a:r>
            <a:endParaRPr lang="fr"/>
          </a:p>
        </p:txBody>
      </p:sp>
      <p:sp>
        <p:nvSpPr>
          <p:cNvPr id="16" name="Espace réservé du numéro de diapositive 5">
            <a:extLst>
              <a:ext uri="{FF2B5EF4-FFF2-40B4-BE49-F238E27FC236}">
                <a16:creationId xmlns:a16="http://schemas.microsoft.com/office/drawing/2014/main" id="{DF609B14-26E0-AAEB-681A-D6050365DD63}"/>
              </a:ext>
            </a:extLst>
          </p:cNvPr>
          <p:cNvSpPr>
            <a:spLocks noGrp="1"/>
          </p:cNvSpPr>
          <p:nvPr>
            <p:ph type="sldNum" sz="quarter" idx="12"/>
          </p:nvPr>
        </p:nvSpPr>
        <p:spPr>
          <a:xfrm>
            <a:off x="11049000" y="6400800"/>
            <a:ext cx="990599" cy="457200"/>
          </a:xfrm>
        </p:spPr>
        <p:txBody>
          <a:bodyPr/>
          <a:lstStyle/>
          <a:p>
            <a:pPr rtl="0"/>
            <a:fld id="{AEAA3239-9EA4-4A65-A281-97F994456D9F}" type="slidenum">
              <a:rPr lang="en-US" smtClean="0"/>
              <a:t>10</a:t>
            </a:fld>
            <a:endParaRPr lang="en-US" dirty="0"/>
          </a:p>
        </p:txBody>
      </p:sp>
      <p:pic>
        <p:nvPicPr>
          <p:cNvPr id="17" name="Espace réservé du contenu 5">
            <a:extLst>
              <a:ext uri="{FF2B5EF4-FFF2-40B4-BE49-F238E27FC236}">
                <a16:creationId xmlns:a16="http://schemas.microsoft.com/office/drawing/2014/main" id="{3FC6484D-A12B-C582-A9DF-84683AB2D1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9" name="Espace réservé du contenu 3">
            <a:extLst>
              <a:ext uri="{FF2B5EF4-FFF2-40B4-BE49-F238E27FC236}">
                <a16:creationId xmlns:a16="http://schemas.microsoft.com/office/drawing/2014/main" id="{45CF7C65-6AA7-8CB3-8786-DA6525C62A95}"/>
              </a:ext>
            </a:extLst>
          </p:cNvPr>
          <p:cNvSpPr txBox="1">
            <a:spLocks/>
          </p:cNvSpPr>
          <p:nvPr/>
        </p:nvSpPr>
        <p:spPr>
          <a:xfrm>
            <a:off x="324252" y="204720"/>
            <a:ext cx="11328847" cy="834042"/>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
              <a:buFont typeface="Arial" panose="020B0604020202020204" pitchFamily="34" charset="0"/>
              <a:buNone/>
            </a:pPr>
            <a:r>
              <a:rPr lang="fr-FR" sz="3600">
                <a:solidFill>
                  <a:srgbClr val="000000"/>
                </a:solidFill>
                <a:latin typeface="Arial"/>
                <a:cs typeface="Arial"/>
              </a:rPr>
              <a:t>4. Architecture technique du pipeline ETL</a:t>
            </a:r>
            <a:endParaRPr lang="fr-FR" sz="3600"/>
          </a:p>
        </p:txBody>
      </p:sp>
      <p:sp>
        <p:nvSpPr>
          <p:cNvPr id="20" name="Espace réservé du numéro de diapositive 4">
            <a:extLst>
              <a:ext uri="{FF2B5EF4-FFF2-40B4-BE49-F238E27FC236}">
                <a16:creationId xmlns:a16="http://schemas.microsoft.com/office/drawing/2014/main" id="{AF3DE136-BB4F-0E6D-8C7B-A87001735C2F}"/>
              </a:ext>
            </a:extLst>
          </p:cNvPr>
          <p:cNvSpPr txBox="1">
            <a:spLocks/>
          </p:cNvSpPr>
          <p:nvPr/>
        </p:nvSpPr>
        <p:spPr>
          <a:xfrm>
            <a:off x="11049000" y="6400800"/>
            <a:ext cx="990599" cy="457200"/>
          </a:xfrm>
          <a:prstGeom prst="rect">
            <a:avLst/>
          </a:prstGeom>
        </p:spPr>
        <p:txBody>
          <a:bodyPr vert="horz" lIns="91440" tIns="45720" rIns="91440" bIns="45720" rtlCol="0" anchor="ctr"/>
          <a:lstStyle>
            <a:defPPr>
              <a:defRPr lang="fr-FR"/>
            </a:defPPr>
            <a:lvl1pPr marL="0" algn="r" defTabSz="914400" rtl="0" eaLnBrk="1" latinLnBrk="0" hangingPunct="1">
              <a:defRPr sz="1000" b="1" i="0" kern="1200">
                <a:solidFill>
                  <a:schemeClr val="accent1"/>
                </a:solidFill>
                <a:latin typeface="+mj-lt"/>
                <a:ea typeface="+mn-ea"/>
                <a:cs typeface="Mongolian Baiti" panose="03000500000000000000" pitchFamily="66"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EAA3239-9EA4-4A65-A281-97F994456D9F}" type="slidenum">
              <a:rPr lang="en-US" smtClean="0"/>
              <a:pPr/>
              <a:t>10</a:t>
            </a:fld>
            <a:endParaRPr lang="en-US" dirty="0"/>
          </a:p>
        </p:txBody>
      </p:sp>
      <p:cxnSp>
        <p:nvCxnSpPr>
          <p:cNvPr id="21" name="Connecteur droit avec flèche 20">
            <a:extLst>
              <a:ext uri="{FF2B5EF4-FFF2-40B4-BE49-F238E27FC236}">
                <a16:creationId xmlns:a16="http://schemas.microsoft.com/office/drawing/2014/main" id="{927CB9AD-C2F7-8A0A-ED2A-E5D1E62BE426}"/>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22" name="Image 21" descr="Une image contenant Police, texte, logo, Graphique&#10;&#10;Le contenu généré par l’IA peut être incorrect.">
            <a:extLst>
              <a:ext uri="{FF2B5EF4-FFF2-40B4-BE49-F238E27FC236}">
                <a16:creationId xmlns:a16="http://schemas.microsoft.com/office/drawing/2014/main" id="{404F1EF1-C1AC-6219-6462-4E0270F105F8}"/>
              </a:ext>
            </a:extLst>
          </p:cNvPr>
          <p:cNvPicPr>
            <a:picLocks noChangeAspect="1"/>
          </p:cNvPicPr>
          <p:nvPr/>
        </p:nvPicPr>
        <p:blipFill>
          <a:blip r:embed="rId4"/>
          <a:stretch>
            <a:fillRect/>
          </a:stretch>
        </p:blipFill>
        <p:spPr>
          <a:xfrm>
            <a:off x="307416" y="6244979"/>
            <a:ext cx="930633" cy="485507"/>
          </a:xfrm>
          <a:prstGeom prst="rect">
            <a:avLst/>
          </a:prstGeom>
        </p:spPr>
      </p:pic>
      <p:sp>
        <p:nvSpPr>
          <p:cNvPr id="23" name="ZoneTexte 22">
            <a:extLst>
              <a:ext uri="{FF2B5EF4-FFF2-40B4-BE49-F238E27FC236}">
                <a16:creationId xmlns:a16="http://schemas.microsoft.com/office/drawing/2014/main" id="{29F43D03-1830-DCE4-F684-D0770F74B37F}"/>
              </a:ext>
            </a:extLst>
          </p:cNvPr>
          <p:cNvSpPr txBox="1"/>
          <p:nvPr/>
        </p:nvSpPr>
        <p:spPr>
          <a:xfrm>
            <a:off x="340083" y="1037152"/>
            <a:ext cx="6677964" cy="512897"/>
          </a:xfrm>
          <a:prstGeom prst="rect">
            <a:avLst/>
          </a:prstGeom>
          <a:noFill/>
        </p:spPr>
        <p:txBody>
          <a:bodyPr wrap="square" lIns="91440" tIns="45720" rIns="91440" bIns="45720" rtlCol="0" anchor="t">
            <a:noAutofit/>
          </a:bodyPr>
          <a:lstStyle/>
          <a:p>
            <a:r>
              <a:rPr lang="fr-FR" sz="2400" b="1" dirty="0">
                <a:latin typeface="Arial"/>
                <a:cs typeface="Arial"/>
              </a:rPr>
              <a:t>Architecture du Pipeline </a:t>
            </a:r>
            <a:r>
              <a:rPr lang="fr-FR" sz="2400" b="1" dirty="0" err="1">
                <a:latin typeface="Arial"/>
                <a:cs typeface="Arial"/>
              </a:rPr>
              <a:t>Predictelec</a:t>
            </a:r>
            <a:endParaRPr lang="fr-FR" sz="2400" b="1" dirty="0">
              <a:latin typeface="Arial"/>
              <a:cs typeface="Arial"/>
            </a:endParaRPr>
          </a:p>
        </p:txBody>
      </p:sp>
      <p:sp>
        <p:nvSpPr>
          <p:cNvPr id="24" name="Espace réservé du pied de page 1">
            <a:extLst>
              <a:ext uri="{FF2B5EF4-FFF2-40B4-BE49-F238E27FC236}">
                <a16:creationId xmlns:a16="http://schemas.microsoft.com/office/drawing/2014/main" id="{CBD35370-2C65-6860-295B-FE5168433E42}"/>
              </a:ext>
            </a:extLst>
          </p:cNvPr>
          <p:cNvSpPr txBox="1">
            <a:spLocks/>
          </p:cNvSpPr>
          <p:nvPr/>
        </p:nvSpPr>
        <p:spPr>
          <a:xfrm>
            <a:off x="1332963" y="6261279"/>
            <a:ext cx="3711262" cy="457200"/>
          </a:xfrm>
          <a:prstGeom prst="rect">
            <a:avLst/>
          </a:prstGeom>
        </p:spPr>
        <p:txBody>
          <a:bodyPr vert="horz" lIns="91440" tIns="45720" rIns="91440" bIns="45720" rtlCol="0" anchor="ctr"/>
          <a:lstStyle>
            <a:defPPr>
              <a:defRPr lang="fr-FR"/>
            </a:defPPr>
            <a:lvl1pPr marL="0" algn="l" defTabSz="914400" rtl="0" eaLnBrk="1" latinLnBrk="0" hangingPunct="1">
              <a:defRPr sz="1000" b="1" i="0" kern="1200">
                <a:solidFill>
                  <a:schemeClr val="tx1"/>
                </a:solidFill>
                <a:latin typeface="+mj-lt"/>
                <a:ea typeface="+mn-ea"/>
                <a:cs typeface="Mongolian Baiti" panose="03000500000000000000" pitchFamily="66"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sz="1400" b="0">
                <a:latin typeface="Arial"/>
                <a:cs typeface="Arial"/>
              </a:rPr>
              <a:t>Cursus Data Engineer 06/2025-05/2026</a:t>
            </a:r>
            <a:endParaRPr lang="fr" sz="1400" b="0">
              <a:latin typeface="Arial"/>
              <a:cs typeface="Arial"/>
            </a:endParaRPr>
          </a:p>
        </p:txBody>
      </p:sp>
      <p:pic>
        <p:nvPicPr>
          <p:cNvPr id="25" name="Espace réservé du contenu 6">
            <a:extLst>
              <a:ext uri="{FF2B5EF4-FFF2-40B4-BE49-F238E27FC236}">
                <a16:creationId xmlns:a16="http://schemas.microsoft.com/office/drawing/2014/main" id="{7FDC1BBB-305F-B721-6C20-5E620911A3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7648" y="1645468"/>
            <a:ext cx="7019376" cy="4677895"/>
          </a:xfrm>
          <a:prstGeom prst="rect">
            <a:avLst/>
          </a:prstGeom>
        </p:spPr>
      </p:pic>
    </p:spTree>
    <p:extLst>
      <p:ext uri="{BB962C8B-B14F-4D97-AF65-F5344CB8AC3E}">
        <p14:creationId xmlns:p14="http://schemas.microsoft.com/office/powerpoint/2010/main" val="957171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8CDB1-A6E1-EC7F-9473-13640C7E2DE2}"/>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8320888-0CB8-67E0-6171-465E91D15D24}"/>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29340" y="0"/>
            <a:ext cx="12192000" cy="6858000"/>
          </a:xfrm>
          <a:prstGeom prst="rect">
            <a:avLst/>
          </a:prstGeom>
        </p:spPr>
      </p:pic>
      <p:sp>
        <p:nvSpPr>
          <p:cNvPr id="4" name="Espace réservé du contenu 3">
            <a:extLst>
              <a:ext uri="{FF2B5EF4-FFF2-40B4-BE49-F238E27FC236}">
                <a16:creationId xmlns:a16="http://schemas.microsoft.com/office/drawing/2014/main" id="{C09654BB-9206-0E71-28B1-24B6C0768AA8}"/>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dirty="0">
                <a:solidFill>
                  <a:srgbClr val="000000"/>
                </a:solidFill>
                <a:latin typeface="Arial"/>
                <a:cs typeface="Arial"/>
              </a:rPr>
              <a:t>5. Machine Learning &amp; Visuali</a:t>
            </a:r>
            <a:r>
              <a:rPr lang="fr-FR" sz="3600">
                <a:solidFill>
                  <a:srgbClr val="000000"/>
                </a:solidFill>
                <a:latin typeface="Arial"/>
                <a:cs typeface="Arial"/>
              </a:rPr>
              <a:t>sation</a:t>
            </a:r>
            <a:endParaRPr lang="fr-FR" sz="3600"/>
          </a:p>
        </p:txBody>
      </p:sp>
      <p:sp>
        <p:nvSpPr>
          <p:cNvPr id="5" name="Espace réservé du numéro de diapositive 4">
            <a:extLst>
              <a:ext uri="{FF2B5EF4-FFF2-40B4-BE49-F238E27FC236}">
                <a16:creationId xmlns:a16="http://schemas.microsoft.com/office/drawing/2014/main" id="{1DC6D903-BD96-020C-7E17-2EE11504632C}"/>
              </a:ext>
            </a:extLst>
          </p:cNvPr>
          <p:cNvSpPr>
            <a:spLocks noGrp="1"/>
          </p:cNvSpPr>
          <p:nvPr>
            <p:ph type="sldNum" sz="quarter" idx="12"/>
          </p:nvPr>
        </p:nvSpPr>
        <p:spPr/>
        <p:txBody>
          <a:bodyPr/>
          <a:lstStyle/>
          <a:p>
            <a:pPr rtl="0"/>
            <a:fld id="{AEAA3239-9EA4-4A65-A281-97F994456D9F}" type="slidenum">
              <a:rPr lang="en-US" smtClean="0"/>
              <a:t>11</a:t>
            </a:fld>
            <a:endParaRPr lang="en-US" dirty="0"/>
          </a:p>
        </p:txBody>
      </p:sp>
      <p:cxnSp>
        <p:nvCxnSpPr>
          <p:cNvPr id="10" name="Connecteur droit avec flèche 9">
            <a:extLst>
              <a:ext uri="{FF2B5EF4-FFF2-40B4-BE49-F238E27FC236}">
                <a16:creationId xmlns:a16="http://schemas.microsoft.com/office/drawing/2014/main" id="{8E05D1DE-3375-66FF-C185-E9EE16AFB8DC}"/>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620B7C2E-E461-5369-766F-CD51E9E0563F}"/>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BA5DC7E9-EC70-10AF-D3FD-F4B2444F494F}"/>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837CFCA9-287A-CE5C-5E17-D2619BA3EEB4}"/>
              </a:ext>
            </a:extLst>
          </p:cNvPr>
          <p:cNvSpPr>
            <a:spLocks noGrp="1"/>
          </p:cNvSpPr>
          <p:nvPr/>
        </p:nvSpPr>
        <p:spPr>
          <a:xfrm>
            <a:off x="398172" y="1042162"/>
            <a:ext cx="11256134" cy="52206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dirty="0">
              <a:latin typeface="Avenir Next LT Pro"/>
              <a:cs typeface="Arial"/>
            </a:endParaRPr>
          </a:p>
          <a:p>
            <a:pPr marL="0" indent="0">
              <a:buNone/>
            </a:pPr>
            <a:endParaRPr lang="fr-FR" dirty="0">
              <a:latin typeface="Avenir Next LT Pro"/>
              <a:cs typeface="Arial"/>
            </a:endParaRPr>
          </a:p>
        </p:txBody>
      </p:sp>
      <p:pic>
        <p:nvPicPr>
          <p:cNvPr id="12" name="Image 11">
            <a:extLst>
              <a:ext uri="{FF2B5EF4-FFF2-40B4-BE49-F238E27FC236}">
                <a16:creationId xmlns:a16="http://schemas.microsoft.com/office/drawing/2014/main" id="{51233015-7E59-506E-381F-9B532806CA53}"/>
              </a:ext>
            </a:extLst>
          </p:cNvPr>
          <p:cNvPicPr>
            <a:picLocks noChangeAspect="1"/>
          </p:cNvPicPr>
          <p:nvPr/>
        </p:nvPicPr>
        <p:blipFill>
          <a:blip r:embed="rId5"/>
          <a:stretch>
            <a:fillRect/>
          </a:stretch>
        </p:blipFill>
        <p:spPr>
          <a:xfrm>
            <a:off x="0" y="1865690"/>
            <a:ext cx="12192000" cy="3126619"/>
          </a:xfrm>
          <a:prstGeom prst="rect">
            <a:avLst/>
          </a:prstGeom>
        </p:spPr>
      </p:pic>
    </p:spTree>
    <p:extLst>
      <p:ext uri="{BB962C8B-B14F-4D97-AF65-F5344CB8AC3E}">
        <p14:creationId xmlns:p14="http://schemas.microsoft.com/office/powerpoint/2010/main" val="4160099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11DAE-36ED-5313-4D83-972BD80D2DE7}"/>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8FDCC9FC-982A-6DDB-A00E-962E7A112024}"/>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025FB67-A05E-2FAD-B8BB-00BCD47F0F18}"/>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5. Machine Learning &amp; Visualisation</a:t>
            </a:r>
            <a:endParaRPr lang="fr-FR" sz="3600" dirty="0"/>
          </a:p>
        </p:txBody>
      </p:sp>
      <p:sp>
        <p:nvSpPr>
          <p:cNvPr id="5" name="Espace réservé du numéro de diapositive 4">
            <a:extLst>
              <a:ext uri="{FF2B5EF4-FFF2-40B4-BE49-F238E27FC236}">
                <a16:creationId xmlns:a16="http://schemas.microsoft.com/office/drawing/2014/main" id="{FD6D8B58-724A-05C6-2681-E7DFFB28274D}"/>
              </a:ext>
            </a:extLst>
          </p:cNvPr>
          <p:cNvSpPr>
            <a:spLocks noGrp="1"/>
          </p:cNvSpPr>
          <p:nvPr>
            <p:ph type="sldNum" sz="quarter" idx="12"/>
          </p:nvPr>
        </p:nvSpPr>
        <p:spPr/>
        <p:txBody>
          <a:bodyPr/>
          <a:lstStyle/>
          <a:p>
            <a:pPr rtl="0"/>
            <a:fld id="{AEAA3239-9EA4-4A65-A281-97F994456D9F}" type="slidenum">
              <a:rPr lang="en-US" smtClean="0"/>
              <a:t>12</a:t>
            </a:fld>
            <a:endParaRPr lang="en-US" dirty="0"/>
          </a:p>
        </p:txBody>
      </p:sp>
      <p:cxnSp>
        <p:nvCxnSpPr>
          <p:cNvPr id="10" name="Connecteur droit avec flèche 9">
            <a:extLst>
              <a:ext uri="{FF2B5EF4-FFF2-40B4-BE49-F238E27FC236}">
                <a16:creationId xmlns:a16="http://schemas.microsoft.com/office/drawing/2014/main" id="{A948DA9B-72EC-03AF-1179-9B14EABB9EE2}"/>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A14B73AA-8DDD-ABDC-DEED-7E7D32659929}"/>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06326074-1C7A-6565-4D61-4C977DDFEFD3}"/>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85B862FD-AAD3-60E2-883D-FC2183FD70BB}"/>
              </a:ext>
            </a:extLst>
          </p:cNvPr>
          <p:cNvSpPr>
            <a:spLocks noGrp="1"/>
          </p:cNvSpPr>
          <p:nvPr/>
        </p:nvSpPr>
        <p:spPr>
          <a:xfrm>
            <a:off x="398172" y="1042162"/>
            <a:ext cx="11256134" cy="52206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600" b="1" dirty="0">
                <a:latin typeface="Arial"/>
                <a:cs typeface="Arial"/>
              </a:rPr>
              <a:t>Pipeline ML :</a:t>
            </a:r>
          </a:p>
          <a:p>
            <a:pPr marL="514350" indent="-514350">
              <a:buAutoNum type="arabicPeriod"/>
            </a:pPr>
            <a:r>
              <a:rPr lang="fr-FR" sz="2000" b="1" dirty="0">
                <a:latin typeface="Arial"/>
                <a:cs typeface="Arial"/>
              </a:rPr>
              <a:t>Préparation des données :</a:t>
            </a:r>
          </a:p>
          <a:p>
            <a:pPr lvl="1"/>
            <a:r>
              <a:rPr lang="fr-FR" sz="1900" dirty="0">
                <a:latin typeface="Arial"/>
                <a:cs typeface="Arial"/>
              </a:rPr>
              <a:t>Chargement automatique depuis la base SQL</a:t>
            </a:r>
          </a:p>
          <a:p>
            <a:pPr lvl="1"/>
            <a:r>
              <a:rPr lang="fr-FR" sz="1900" dirty="0">
                <a:latin typeface="Arial"/>
                <a:cs typeface="Arial"/>
              </a:rPr>
              <a:t>Nettoyage : suppression des doublons et gestion des valeurs manquantes (NaN)</a:t>
            </a:r>
          </a:p>
          <a:p>
            <a:pPr lvl="1"/>
            <a:r>
              <a:rPr lang="fr-FR" sz="1900" dirty="0">
                <a:latin typeface="Arial"/>
                <a:cs typeface="Arial"/>
              </a:rPr>
              <a:t>Conversion de type (i.e. timestamp)</a:t>
            </a:r>
          </a:p>
          <a:p>
            <a:pPr lvl="1"/>
            <a:r>
              <a:rPr lang="fr-FR" sz="1900" dirty="0">
                <a:latin typeface="Arial"/>
                <a:cs typeface="Arial"/>
              </a:rPr>
              <a:t>Séparation des données en jeu d'entraînement / jeu de test (paramétrable)</a:t>
            </a:r>
          </a:p>
          <a:p>
            <a:pPr marL="514350" indent="-514350">
              <a:buAutoNum type="arabicPeriod"/>
            </a:pPr>
            <a:r>
              <a:rPr lang="fr-FR" sz="2000" b="1" dirty="0">
                <a:latin typeface="Arial"/>
                <a:cs typeface="Arial"/>
              </a:rPr>
              <a:t>Modélisation :</a:t>
            </a:r>
          </a:p>
          <a:p>
            <a:pPr lvl="1"/>
            <a:r>
              <a:rPr lang="fr-FR" sz="1900" dirty="0">
                <a:latin typeface="Arial"/>
                <a:cs typeface="Arial"/>
              </a:rPr>
              <a:t>Régression Linéaire : simple et interprétable</a:t>
            </a:r>
          </a:p>
          <a:p>
            <a:pPr lvl="1"/>
            <a:r>
              <a:rPr lang="fr-FR" sz="1900" dirty="0">
                <a:latin typeface="Arial"/>
                <a:cs typeface="Arial"/>
              </a:rPr>
              <a:t>Random Forest </a:t>
            </a:r>
            <a:r>
              <a:rPr lang="fr-FR" sz="1900" dirty="0" err="1">
                <a:latin typeface="Arial"/>
                <a:cs typeface="Arial"/>
              </a:rPr>
              <a:t>Regressor</a:t>
            </a:r>
            <a:r>
              <a:rPr lang="fr-FR" sz="1900" dirty="0">
                <a:latin typeface="Arial"/>
                <a:cs typeface="Arial"/>
              </a:rPr>
              <a:t> : capte les relations complexes + robuste aux interactions</a:t>
            </a:r>
          </a:p>
          <a:p>
            <a:pPr marL="457200" lvl="1" indent="0">
              <a:buNone/>
            </a:pPr>
            <a:r>
              <a:rPr lang="fr-FR" sz="1600" b="1" dirty="0">
                <a:latin typeface="Arial"/>
                <a:cs typeface="Arial"/>
              </a:rPr>
              <a:t>	Evaluation :</a:t>
            </a:r>
          </a:p>
          <a:p>
            <a:pPr lvl="2"/>
            <a:r>
              <a:rPr lang="fr-FR" sz="1500" dirty="0">
                <a:latin typeface="Arial"/>
                <a:cs typeface="Arial"/>
              </a:rPr>
              <a:t>RMSE (erreur quadratique moyenne)</a:t>
            </a:r>
            <a:endParaRPr lang="en-US" sz="1500" dirty="0">
              <a:latin typeface="Arial"/>
              <a:cs typeface="Arial"/>
            </a:endParaRPr>
          </a:p>
          <a:p>
            <a:pPr lvl="2"/>
            <a:r>
              <a:rPr lang="fr-FR" sz="1500" dirty="0">
                <a:latin typeface="Arial"/>
                <a:cs typeface="Arial"/>
              </a:rPr>
              <a:t>MAE (erreur absolue moyenne)</a:t>
            </a:r>
            <a:endParaRPr lang="en-US" sz="1500" dirty="0">
              <a:latin typeface="Arial"/>
              <a:cs typeface="Arial"/>
            </a:endParaRPr>
          </a:p>
          <a:p>
            <a:pPr lvl="2"/>
            <a:r>
              <a:rPr lang="fr-FR" sz="1500" dirty="0">
                <a:latin typeface="Arial"/>
                <a:cs typeface="Arial"/>
              </a:rPr>
              <a:t>R² (qualité d’ajustement)</a:t>
            </a:r>
          </a:p>
          <a:p>
            <a:pPr lvl="2"/>
            <a:r>
              <a:rPr lang="fr-FR" sz="1500" dirty="0">
                <a:latin typeface="Arial"/>
                <a:cs typeface="Arial"/>
              </a:rPr>
              <a:t>Analyse supplémentaire pour choix automatique du meilleur modèle ML</a:t>
            </a:r>
            <a:endParaRPr lang="fr-FR" dirty="0">
              <a:latin typeface="Avenir Next LT Pro"/>
              <a:cs typeface="Arial"/>
            </a:endParaRPr>
          </a:p>
        </p:txBody>
      </p:sp>
    </p:spTree>
    <p:extLst>
      <p:ext uri="{BB962C8B-B14F-4D97-AF65-F5344CB8AC3E}">
        <p14:creationId xmlns:p14="http://schemas.microsoft.com/office/powerpoint/2010/main" val="2270883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10A3A-DECB-694B-67D8-7E8C03A23B2D}"/>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E291AF3-5691-877D-B9B3-34F57A01F6D6}"/>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7826" y="0"/>
            <a:ext cx="12192000" cy="6858000"/>
          </a:xfrm>
          <a:prstGeom prst="rect">
            <a:avLst/>
          </a:prstGeom>
        </p:spPr>
      </p:pic>
      <p:sp>
        <p:nvSpPr>
          <p:cNvPr id="4" name="Espace réservé du contenu 3">
            <a:extLst>
              <a:ext uri="{FF2B5EF4-FFF2-40B4-BE49-F238E27FC236}">
                <a16:creationId xmlns:a16="http://schemas.microsoft.com/office/drawing/2014/main" id="{F45833F5-10C0-8BB1-0B17-970BD3438E65}"/>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5. Machine Learning &amp; Visualisation</a:t>
            </a:r>
            <a:endParaRPr lang="fr-FR" sz="3600" dirty="0"/>
          </a:p>
        </p:txBody>
      </p:sp>
      <p:sp>
        <p:nvSpPr>
          <p:cNvPr id="5" name="Espace réservé du numéro de diapositive 4">
            <a:extLst>
              <a:ext uri="{FF2B5EF4-FFF2-40B4-BE49-F238E27FC236}">
                <a16:creationId xmlns:a16="http://schemas.microsoft.com/office/drawing/2014/main" id="{8C40670B-FE21-83A7-7D8A-2E4740E26F0A}"/>
              </a:ext>
            </a:extLst>
          </p:cNvPr>
          <p:cNvSpPr>
            <a:spLocks noGrp="1"/>
          </p:cNvSpPr>
          <p:nvPr>
            <p:ph type="sldNum" sz="quarter" idx="12"/>
          </p:nvPr>
        </p:nvSpPr>
        <p:spPr/>
        <p:txBody>
          <a:bodyPr/>
          <a:lstStyle/>
          <a:p>
            <a:pPr rtl="0"/>
            <a:fld id="{AEAA3239-9EA4-4A65-A281-97F994456D9F}" type="slidenum">
              <a:rPr lang="en-US" smtClean="0"/>
              <a:t>13</a:t>
            </a:fld>
            <a:endParaRPr lang="en-US" dirty="0"/>
          </a:p>
        </p:txBody>
      </p:sp>
      <p:cxnSp>
        <p:nvCxnSpPr>
          <p:cNvPr id="10" name="Connecteur droit avec flèche 9">
            <a:extLst>
              <a:ext uri="{FF2B5EF4-FFF2-40B4-BE49-F238E27FC236}">
                <a16:creationId xmlns:a16="http://schemas.microsoft.com/office/drawing/2014/main" id="{798F2868-7699-BB66-AE32-D95189011551}"/>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955A3090-1B43-BEA3-7AD4-A1C8B7B10768}"/>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29C0D901-6F45-6CBD-9DC3-6D70D3F65D6C}"/>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1BDAE70A-165D-F0F1-2318-251F91AA5D16}"/>
              </a:ext>
            </a:extLst>
          </p:cNvPr>
          <p:cNvSpPr>
            <a:spLocks noGrp="1"/>
          </p:cNvSpPr>
          <p:nvPr/>
        </p:nvSpPr>
        <p:spPr>
          <a:xfrm>
            <a:off x="312313" y="999231"/>
            <a:ext cx="11234669" cy="56714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3"/>
            </a:pPr>
            <a:r>
              <a:rPr lang="fr-FR" sz="2400" b="1" dirty="0">
                <a:latin typeface="Arial"/>
                <a:cs typeface="Arial"/>
              </a:rPr>
              <a:t>Prédiction :</a:t>
            </a:r>
          </a:p>
          <a:p>
            <a:pPr lvl="1"/>
            <a:r>
              <a:rPr lang="fr-FR" sz="2000" b="1" dirty="0">
                <a:latin typeface="Arial"/>
                <a:cs typeface="Arial"/>
              </a:rPr>
              <a:t>Paramètres utilisateurs</a:t>
            </a:r>
          </a:p>
          <a:p>
            <a:pPr lvl="2"/>
            <a:r>
              <a:rPr lang="fr-FR" sz="1900" dirty="0">
                <a:latin typeface="Arial"/>
                <a:cs typeface="Arial"/>
              </a:rPr>
              <a:t>Jour à prédire (J, J+1, J+2)</a:t>
            </a:r>
          </a:p>
          <a:p>
            <a:pPr lvl="2"/>
            <a:r>
              <a:rPr lang="fr-FR" sz="1900" dirty="0">
                <a:latin typeface="Arial"/>
                <a:cs typeface="Arial"/>
              </a:rPr>
              <a:t>Région(s)</a:t>
            </a:r>
          </a:p>
          <a:p>
            <a:pPr lvl="2"/>
            <a:r>
              <a:rPr lang="fr-FR" sz="1900" dirty="0">
                <a:latin typeface="Arial"/>
                <a:cs typeface="Arial"/>
              </a:rPr>
              <a:t>Choix du modèle : Linéaire, Random Forest ou Meilleur modèle (automatique)</a:t>
            </a:r>
          </a:p>
          <a:p>
            <a:pPr lvl="1"/>
            <a:r>
              <a:rPr lang="fr-FR" sz="2000" b="1" dirty="0">
                <a:latin typeface="Arial"/>
                <a:cs typeface="Arial"/>
              </a:rPr>
              <a:t>Résultats proposés</a:t>
            </a:r>
          </a:p>
          <a:p>
            <a:pPr lvl="2"/>
            <a:r>
              <a:rPr lang="fr-FR" sz="1900" dirty="0">
                <a:latin typeface="Arial"/>
                <a:cs typeface="Arial"/>
              </a:rPr>
              <a:t>Production prédite par pas de 15 minutes (harmonisation entre données météo, production et </a:t>
            </a:r>
            <a:r>
              <a:rPr lang="fr-FR" sz="1900" dirty="0" err="1">
                <a:latin typeface="Arial"/>
                <a:cs typeface="Arial"/>
              </a:rPr>
              <a:t>forecast</a:t>
            </a:r>
            <a:r>
              <a:rPr lang="fr-FR" sz="1900" dirty="0">
                <a:latin typeface="Arial"/>
                <a:cs typeface="Arial"/>
              </a:rPr>
              <a:t>)</a:t>
            </a:r>
          </a:p>
          <a:p>
            <a:pPr lvl="2"/>
            <a:r>
              <a:rPr lang="fr-FR" sz="1900" dirty="0">
                <a:latin typeface="Arial"/>
                <a:cs typeface="Arial"/>
              </a:rPr>
              <a:t>Agrégation journalière par région</a:t>
            </a:r>
          </a:p>
          <a:p>
            <a:pPr lvl="2"/>
            <a:r>
              <a:rPr lang="fr-FR" sz="1900" dirty="0">
                <a:latin typeface="Arial"/>
                <a:cs typeface="Arial"/>
              </a:rPr>
              <a:t>Production totale journalière</a:t>
            </a:r>
          </a:p>
          <a:p>
            <a:pPr lvl="1"/>
            <a:r>
              <a:rPr lang="fr-FR" sz="2000" b="1" dirty="0">
                <a:latin typeface="Arial"/>
                <a:cs typeface="Arial"/>
              </a:rPr>
              <a:t>Visualisations</a:t>
            </a:r>
          </a:p>
          <a:p>
            <a:pPr lvl="2"/>
            <a:r>
              <a:rPr lang="fr-FR" sz="1900" dirty="0">
                <a:latin typeface="Arial"/>
                <a:cs typeface="Arial"/>
              </a:rPr>
              <a:t>Courbes temporelles</a:t>
            </a:r>
          </a:p>
          <a:p>
            <a:pPr lvl="2"/>
            <a:r>
              <a:rPr lang="fr-FR" sz="1900" dirty="0">
                <a:latin typeface="Arial"/>
                <a:cs typeface="Arial"/>
              </a:rPr>
              <a:t>Graphiques cumulés</a:t>
            </a:r>
          </a:p>
          <a:p>
            <a:pPr lvl="2"/>
            <a:r>
              <a:rPr lang="fr-FR" sz="1900" dirty="0">
                <a:latin typeface="Arial"/>
                <a:cs typeface="Arial"/>
              </a:rPr>
              <a:t>Comparaison par région</a:t>
            </a:r>
          </a:p>
          <a:p>
            <a:pPr marL="0" indent="0">
              <a:buNone/>
            </a:pPr>
            <a:endParaRPr lang="fr-FR" sz="1500" dirty="0">
              <a:latin typeface="Arial"/>
              <a:cs typeface="Arial"/>
            </a:endParaRPr>
          </a:p>
          <a:p>
            <a:pPr marL="0" indent="0">
              <a:buNone/>
            </a:pPr>
            <a:endParaRPr lang="fr-FR" b="1" dirty="0">
              <a:latin typeface="Arial"/>
              <a:cs typeface="Arial"/>
            </a:endParaRPr>
          </a:p>
          <a:p>
            <a:pPr marL="0" indent="0">
              <a:buNone/>
            </a:pPr>
            <a:endParaRPr lang="fr-FR" b="1" dirty="0">
              <a:latin typeface="Arial"/>
              <a:cs typeface="Arial"/>
            </a:endParaRPr>
          </a:p>
          <a:p>
            <a:pPr marL="0" indent="0">
              <a:buNone/>
            </a:pPr>
            <a:endParaRPr lang="fr-FR" dirty="0">
              <a:latin typeface="Avenir Next LT Pro"/>
              <a:cs typeface="Arial"/>
            </a:endParaRPr>
          </a:p>
        </p:txBody>
      </p:sp>
      <p:sp>
        <p:nvSpPr>
          <p:cNvPr id="7" name="Espace réservé du contenu 2">
            <a:extLst>
              <a:ext uri="{FF2B5EF4-FFF2-40B4-BE49-F238E27FC236}">
                <a16:creationId xmlns:a16="http://schemas.microsoft.com/office/drawing/2014/main" id="{54B87F5F-5E42-80EC-EA2C-41B8A7CC8341}"/>
              </a:ext>
            </a:extLst>
          </p:cNvPr>
          <p:cNvSpPr>
            <a:spLocks noGrp="1"/>
          </p:cNvSpPr>
          <p:nvPr/>
        </p:nvSpPr>
        <p:spPr>
          <a:xfrm>
            <a:off x="473300" y="2576892"/>
            <a:ext cx="10569261" cy="366446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2000" dirty="0">
              <a:solidFill>
                <a:srgbClr val="000000"/>
              </a:solidFill>
              <a:latin typeface="Arial"/>
              <a:cs typeface="Arial"/>
            </a:endParaRPr>
          </a:p>
        </p:txBody>
      </p:sp>
    </p:spTree>
    <p:extLst>
      <p:ext uri="{BB962C8B-B14F-4D97-AF65-F5344CB8AC3E}">
        <p14:creationId xmlns:p14="http://schemas.microsoft.com/office/powerpoint/2010/main" val="3887489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2EFF-18C8-E1B6-E91A-657AA2E03BC4}"/>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FE5648A7-77D5-90C8-928A-8A08884000EA}"/>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51C5E23A-5422-15E7-0260-0DFED2BFE566}"/>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6. Bilan et optimisations</a:t>
            </a:r>
            <a:endParaRPr lang="fr-FR" sz="3600"/>
          </a:p>
        </p:txBody>
      </p:sp>
      <p:sp>
        <p:nvSpPr>
          <p:cNvPr id="5" name="Espace réservé du numéro de diapositive 4">
            <a:extLst>
              <a:ext uri="{FF2B5EF4-FFF2-40B4-BE49-F238E27FC236}">
                <a16:creationId xmlns:a16="http://schemas.microsoft.com/office/drawing/2014/main" id="{6BAC2EF4-CC26-7206-2B27-6AC4133B30F4}"/>
              </a:ext>
            </a:extLst>
          </p:cNvPr>
          <p:cNvSpPr>
            <a:spLocks noGrp="1"/>
          </p:cNvSpPr>
          <p:nvPr>
            <p:ph type="sldNum" sz="quarter" idx="12"/>
          </p:nvPr>
        </p:nvSpPr>
        <p:spPr/>
        <p:txBody>
          <a:bodyPr/>
          <a:lstStyle/>
          <a:p>
            <a:pPr rtl="0"/>
            <a:fld id="{AEAA3239-9EA4-4A65-A281-97F994456D9F}" type="slidenum">
              <a:rPr lang="en-US" smtClean="0"/>
              <a:t>14</a:t>
            </a:fld>
            <a:endParaRPr lang="en-US" dirty="0"/>
          </a:p>
        </p:txBody>
      </p:sp>
      <p:cxnSp>
        <p:nvCxnSpPr>
          <p:cNvPr id="10" name="Connecteur droit avec flèche 9">
            <a:extLst>
              <a:ext uri="{FF2B5EF4-FFF2-40B4-BE49-F238E27FC236}">
                <a16:creationId xmlns:a16="http://schemas.microsoft.com/office/drawing/2014/main" id="{32AD54F6-5E6D-B896-6478-CB4DF57C8813}"/>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99EAA28E-E5CB-6D89-64C5-0431F196BC34}"/>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008891A3-B5BD-264B-185E-8F63D446AD1E}"/>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ZoneTexte 1">
            <a:extLst>
              <a:ext uri="{FF2B5EF4-FFF2-40B4-BE49-F238E27FC236}">
                <a16:creationId xmlns:a16="http://schemas.microsoft.com/office/drawing/2014/main" id="{9CED315C-2E65-8B78-2953-5A5A1ED44D75}"/>
              </a:ext>
            </a:extLst>
          </p:cNvPr>
          <p:cNvSpPr txBox="1"/>
          <p:nvPr/>
        </p:nvSpPr>
        <p:spPr>
          <a:xfrm>
            <a:off x="401687" y="3737825"/>
            <a:ext cx="1100096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a:latin typeface="Arial"/>
                <a:cs typeface="Arial"/>
              </a:rPr>
              <a:t>Pistes d'améliorations :</a:t>
            </a:r>
            <a:endParaRPr lang="fr-FR" sz="2000" b="1" dirty="0">
              <a:latin typeface="Arial"/>
              <a:cs typeface="Arial"/>
            </a:endParaRPr>
          </a:p>
          <a:p>
            <a:pPr marL="285750" indent="-285750">
              <a:buFont typeface="Calibri"/>
              <a:buChar char="-"/>
            </a:pPr>
            <a:r>
              <a:rPr lang="fr-FR" sz="2000">
                <a:latin typeface="Arial"/>
                <a:cs typeface="Arial"/>
              </a:rPr>
              <a:t>Machine Learning : </a:t>
            </a:r>
            <a:endParaRPr lang="fr-FR"/>
          </a:p>
          <a:p>
            <a:pPr marL="742950" lvl="1" indent="-285750">
              <a:buFont typeface="Courier New"/>
              <a:buChar char="o"/>
            </a:pPr>
            <a:r>
              <a:rPr lang="fr-FR" sz="2000">
                <a:latin typeface="Arial"/>
                <a:cs typeface="Arial"/>
              </a:rPr>
              <a:t>analyser a posteriori la qualité des prédictions</a:t>
            </a:r>
            <a:endParaRPr lang="fr-FR">
              <a:latin typeface="Avenir Next LT Pro"/>
              <a:cs typeface="Arial"/>
            </a:endParaRPr>
          </a:p>
          <a:p>
            <a:pPr marL="742950" lvl="1" indent="-285750">
              <a:buFont typeface="Courier New"/>
              <a:buChar char="o"/>
            </a:pPr>
            <a:r>
              <a:rPr lang="fr-FR" sz="2000" dirty="0">
                <a:latin typeface="Arial"/>
                <a:cs typeface="Arial"/>
              </a:rPr>
              <a:t>améliorer le modèle (</a:t>
            </a:r>
            <a:r>
              <a:rPr lang="fr-FR" sz="2000" dirty="0" err="1">
                <a:latin typeface="Arial"/>
                <a:cs typeface="Arial"/>
              </a:rPr>
              <a:t>feature</a:t>
            </a:r>
            <a:r>
              <a:rPr lang="fr-FR" sz="2000" dirty="0">
                <a:latin typeface="Arial"/>
                <a:cs typeface="Arial"/>
              </a:rPr>
              <a:t> température ambiante,…)</a:t>
            </a:r>
            <a:endParaRPr lang="fr-FR"/>
          </a:p>
          <a:p>
            <a:pPr marL="285750" indent="-285750">
              <a:buFont typeface="Calibri"/>
              <a:buChar char="-"/>
            </a:pPr>
            <a:r>
              <a:rPr lang="fr-FR" sz="2000" dirty="0" err="1">
                <a:latin typeface="Arial"/>
                <a:cs typeface="Arial"/>
              </a:rPr>
              <a:t>Refactoring</a:t>
            </a:r>
            <a:r>
              <a:rPr lang="fr-FR" sz="2000" dirty="0">
                <a:latin typeface="Arial"/>
                <a:cs typeface="Arial"/>
              </a:rPr>
              <a:t> "full stack" de l'appli + déploiement automatique via </a:t>
            </a:r>
            <a:r>
              <a:rPr lang="fr-FR" sz="2000" dirty="0" err="1">
                <a:latin typeface="Arial"/>
                <a:cs typeface="Arial"/>
              </a:rPr>
              <a:t>Github</a:t>
            </a:r>
            <a:r>
              <a:rPr lang="fr-FR" sz="2000" dirty="0">
                <a:latin typeface="Arial"/>
                <a:cs typeface="Arial"/>
              </a:rPr>
              <a:t> Actions (en cours)</a:t>
            </a:r>
          </a:p>
          <a:p>
            <a:pPr marL="285750" indent="-285750">
              <a:buFont typeface="Calibri"/>
              <a:buChar char="-"/>
            </a:pPr>
            <a:r>
              <a:rPr lang="fr-FR" sz="2000" dirty="0">
                <a:latin typeface="Arial"/>
                <a:cs typeface="Arial"/>
              </a:rPr>
              <a:t>Architecture services / </a:t>
            </a:r>
            <a:r>
              <a:rPr lang="fr-FR" sz="2000" dirty="0" err="1">
                <a:latin typeface="Arial"/>
                <a:cs typeface="Arial"/>
              </a:rPr>
              <a:t>microservices</a:t>
            </a:r>
            <a:r>
              <a:rPr lang="fr-FR" sz="2000" dirty="0">
                <a:latin typeface="Arial"/>
                <a:cs typeface="Arial"/>
              </a:rPr>
              <a:t> (Annexe)</a:t>
            </a:r>
          </a:p>
        </p:txBody>
      </p:sp>
      <p:sp>
        <p:nvSpPr>
          <p:cNvPr id="7" name="ZoneTexte 6">
            <a:extLst>
              <a:ext uri="{FF2B5EF4-FFF2-40B4-BE49-F238E27FC236}">
                <a16:creationId xmlns:a16="http://schemas.microsoft.com/office/drawing/2014/main" id="{F9CEFC24-4475-2F4E-9D6E-EB54FB8B4894}"/>
              </a:ext>
            </a:extLst>
          </p:cNvPr>
          <p:cNvSpPr txBox="1"/>
          <p:nvPr/>
        </p:nvSpPr>
        <p:spPr>
          <a:xfrm>
            <a:off x="401686" y="1177504"/>
            <a:ext cx="11000969"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err="1">
                <a:latin typeface="Arial"/>
                <a:cs typeface="Arial"/>
              </a:rPr>
              <a:t>Principales difficulté</a:t>
            </a:r>
            <a:r>
              <a:rPr lang="fr-FR" sz="2000" b="1">
                <a:latin typeface="Arial"/>
                <a:cs typeface="Arial"/>
              </a:rPr>
              <a:t>s et leçons :</a:t>
            </a:r>
            <a:endParaRPr lang="fr-FR" sz="2000" b="1" dirty="0">
              <a:latin typeface="Arial"/>
              <a:cs typeface="Arial"/>
            </a:endParaRPr>
          </a:p>
          <a:p>
            <a:pPr marL="285750" indent="-285750">
              <a:buFont typeface="Calibri"/>
              <a:buChar char="-"/>
            </a:pPr>
            <a:r>
              <a:rPr lang="fr-FR" sz="2000">
                <a:latin typeface="Arial"/>
                <a:cs typeface="Arial"/>
              </a:rPr>
              <a:t>Compréhension des API (Météo France)</a:t>
            </a:r>
          </a:p>
          <a:p>
            <a:pPr marL="285750" indent="-285750">
              <a:buFont typeface="Calibri"/>
              <a:buChar char="-"/>
            </a:pPr>
            <a:r>
              <a:rPr lang="fr-FR" sz="2000">
                <a:latin typeface="Arial"/>
                <a:cs typeface="Arial"/>
              </a:rPr>
              <a:t>Tests unitaires scripts ETL</a:t>
            </a:r>
            <a:endParaRPr lang="fr-FR" sz="2000" dirty="0">
              <a:latin typeface="Arial"/>
              <a:cs typeface="Arial"/>
            </a:endParaRPr>
          </a:p>
          <a:p>
            <a:pPr marL="285750" indent="-285750">
              <a:buFont typeface="Calibri"/>
              <a:buChar char="-"/>
            </a:pPr>
            <a:r>
              <a:rPr lang="fr-FR" sz="2000">
                <a:latin typeface="Arial"/>
                <a:cs typeface="Arial"/>
              </a:rPr>
              <a:t>Vision de l'architecture "full stack" dès le départ :</a:t>
            </a:r>
            <a:endParaRPr lang="fr-FR" dirty="0" err="1">
              <a:latin typeface="Avenir Next LT Pro"/>
              <a:cs typeface="Arial"/>
            </a:endParaRPr>
          </a:p>
          <a:p>
            <a:pPr marL="742950" lvl="1" indent="-285750">
              <a:buFont typeface="Courier New"/>
              <a:buChar char="o"/>
            </a:pPr>
            <a:r>
              <a:rPr lang="fr-FR" sz="2000" dirty="0">
                <a:latin typeface="Arial"/>
                <a:cs typeface="Arial"/>
              </a:rPr>
              <a:t>Meilleur </a:t>
            </a:r>
            <a:r>
              <a:rPr lang="fr-FR" sz="2000">
                <a:latin typeface="Arial"/>
                <a:cs typeface="Arial"/>
              </a:rPr>
              <a:t>contrôle</a:t>
            </a:r>
            <a:r>
              <a:rPr lang="fr-FR" sz="2000" dirty="0">
                <a:latin typeface="Arial"/>
                <a:cs typeface="Arial"/>
              </a:rPr>
              <a:t> du dev</a:t>
            </a:r>
            <a:endParaRPr lang="fr-FR" dirty="0">
              <a:latin typeface="Avenir Next LT Pro"/>
              <a:cs typeface="Arial"/>
            </a:endParaRPr>
          </a:p>
          <a:p>
            <a:pPr marL="742950" lvl="1" indent="-285750">
              <a:buFont typeface="Courier New"/>
              <a:buChar char="o"/>
            </a:pPr>
            <a:r>
              <a:rPr lang="fr-FR" sz="2000">
                <a:latin typeface="Arial"/>
                <a:cs typeface="Arial"/>
              </a:rPr>
              <a:t>Déploiement plus simple</a:t>
            </a:r>
            <a:endParaRPr lang="fr-FR"/>
          </a:p>
          <a:p>
            <a:pPr marL="285750" indent="-285750">
              <a:buFont typeface="Calibri"/>
              <a:buChar char="-"/>
            </a:pPr>
            <a:r>
              <a:rPr lang="fr-FR" sz="2000" dirty="0">
                <a:latin typeface="Arial"/>
                <a:cs typeface="Arial"/>
              </a:rPr>
              <a:t>Gestion des modifications en collaboratif avec </a:t>
            </a:r>
            <a:r>
              <a:rPr lang="fr-FR" sz="2000" dirty="0" err="1">
                <a:latin typeface="Arial"/>
                <a:cs typeface="Arial"/>
              </a:rPr>
              <a:t>Github</a:t>
            </a:r>
            <a:r>
              <a:rPr lang="fr-FR" sz="2000" dirty="0">
                <a:latin typeface="Arial"/>
                <a:cs typeface="Arial"/>
              </a:rPr>
              <a:t> (gestion des branches)</a:t>
            </a:r>
          </a:p>
        </p:txBody>
      </p:sp>
    </p:spTree>
    <p:extLst>
      <p:ext uri="{BB962C8B-B14F-4D97-AF65-F5344CB8AC3E}">
        <p14:creationId xmlns:p14="http://schemas.microsoft.com/office/powerpoint/2010/main" val="370955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5429F-16EC-480A-35B6-270EE3C322CC}"/>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DB1255C-FFCD-EB1D-AC34-13820FBBADC5}"/>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568D0D8B-0636-6F11-988E-86572B796D7B}"/>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 Annexes</a:t>
            </a:r>
            <a:endParaRPr lang="fr-FR" sz="3600"/>
          </a:p>
        </p:txBody>
      </p:sp>
      <p:sp>
        <p:nvSpPr>
          <p:cNvPr id="5" name="Espace réservé du numéro de diapositive 4">
            <a:extLst>
              <a:ext uri="{FF2B5EF4-FFF2-40B4-BE49-F238E27FC236}">
                <a16:creationId xmlns:a16="http://schemas.microsoft.com/office/drawing/2014/main" id="{5F3014A8-8F68-5776-F51A-54EB1D240C68}"/>
              </a:ext>
            </a:extLst>
          </p:cNvPr>
          <p:cNvSpPr>
            <a:spLocks noGrp="1"/>
          </p:cNvSpPr>
          <p:nvPr>
            <p:ph type="sldNum" sz="quarter" idx="12"/>
          </p:nvPr>
        </p:nvSpPr>
        <p:spPr/>
        <p:txBody>
          <a:bodyPr/>
          <a:lstStyle/>
          <a:p>
            <a:pPr rtl="0"/>
            <a:fld id="{AEAA3239-9EA4-4A65-A281-97F994456D9F}" type="slidenum">
              <a:rPr lang="en-US" smtClean="0"/>
              <a:t>15</a:t>
            </a:fld>
            <a:endParaRPr lang="en-US" dirty="0"/>
          </a:p>
        </p:txBody>
      </p:sp>
      <p:cxnSp>
        <p:nvCxnSpPr>
          <p:cNvPr id="10" name="Connecteur droit avec flèche 9">
            <a:extLst>
              <a:ext uri="{FF2B5EF4-FFF2-40B4-BE49-F238E27FC236}">
                <a16:creationId xmlns:a16="http://schemas.microsoft.com/office/drawing/2014/main" id="{DD873DAE-87E3-436B-4F54-8B6D76D6CB20}"/>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79ADB866-DC39-CE38-C8EB-D6BA5D254CE4}"/>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AF0DCC8C-8760-D784-1D96-0B1A5A58FF25}"/>
              </a:ext>
            </a:extLst>
          </p:cNvPr>
          <p:cNvPicPr>
            <a:picLocks noChangeAspect="1"/>
          </p:cNvPicPr>
          <p:nvPr/>
        </p:nvPicPr>
        <p:blipFill>
          <a:blip r:embed="rId4"/>
          <a:stretch>
            <a:fillRect/>
          </a:stretch>
        </p:blipFill>
        <p:spPr>
          <a:xfrm>
            <a:off x="307416" y="6244979"/>
            <a:ext cx="930633" cy="485507"/>
          </a:xfrm>
          <a:prstGeom prst="rect">
            <a:avLst/>
          </a:prstGeom>
        </p:spPr>
      </p:pic>
    </p:spTree>
    <p:extLst>
      <p:ext uri="{BB962C8B-B14F-4D97-AF65-F5344CB8AC3E}">
        <p14:creationId xmlns:p14="http://schemas.microsoft.com/office/powerpoint/2010/main" val="3623621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5B3F-8A2E-FAD2-5346-3397D6A24093}"/>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B4FD4FA-E21D-9467-AA3C-782AEDADB232}"/>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6231F8B9-05E6-16F6-B5EE-8E987035963B}"/>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7.A1 Architecture technique du pipeline de données</a:t>
            </a:r>
            <a:endParaRPr lang="fr-FR" sz="3600"/>
          </a:p>
        </p:txBody>
      </p:sp>
      <p:sp>
        <p:nvSpPr>
          <p:cNvPr id="5" name="Espace réservé du numéro de diapositive 4">
            <a:extLst>
              <a:ext uri="{FF2B5EF4-FFF2-40B4-BE49-F238E27FC236}">
                <a16:creationId xmlns:a16="http://schemas.microsoft.com/office/drawing/2014/main" id="{75668603-7900-EDAC-C82A-B1A02724BD69}"/>
              </a:ext>
            </a:extLst>
          </p:cNvPr>
          <p:cNvSpPr>
            <a:spLocks noGrp="1"/>
          </p:cNvSpPr>
          <p:nvPr>
            <p:ph type="sldNum" sz="quarter" idx="12"/>
          </p:nvPr>
        </p:nvSpPr>
        <p:spPr/>
        <p:txBody>
          <a:bodyPr/>
          <a:lstStyle/>
          <a:p>
            <a:pPr rtl="0"/>
            <a:fld id="{AEAA3239-9EA4-4A65-A281-97F994456D9F}" type="slidenum">
              <a:rPr lang="en-US" smtClean="0"/>
              <a:t>16</a:t>
            </a:fld>
            <a:endParaRPr lang="en-US" dirty="0"/>
          </a:p>
        </p:txBody>
      </p:sp>
      <p:cxnSp>
        <p:nvCxnSpPr>
          <p:cNvPr id="10" name="Connecteur droit avec flèche 9">
            <a:extLst>
              <a:ext uri="{FF2B5EF4-FFF2-40B4-BE49-F238E27FC236}">
                <a16:creationId xmlns:a16="http://schemas.microsoft.com/office/drawing/2014/main" id="{EE4BE73E-9AD6-00D6-6EE6-4DE2891A16A3}"/>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1" name="Image 10" descr="Une image contenant Police, texte, logo, Graphique&#10;&#10;Le contenu généré par l’IA peut être incorrect.">
            <a:extLst>
              <a:ext uri="{FF2B5EF4-FFF2-40B4-BE49-F238E27FC236}">
                <a16:creationId xmlns:a16="http://schemas.microsoft.com/office/drawing/2014/main" id="{864131D8-733A-1F65-22B7-1735E0E86FD5}"/>
              </a:ext>
            </a:extLst>
          </p:cNvPr>
          <p:cNvPicPr>
            <a:picLocks noChangeAspect="1"/>
          </p:cNvPicPr>
          <p:nvPr/>
        </p:nvPicPr>
        <p:blipFill>
          <a:blip r:embed="rId4"/>
          <a:stretch>
            <a:fillRect/>
          </a:stretch>
        </p:blipFill>
        <p:spPr>
          <a:xfrm>
            <a:off x="307416" y="6244979"/>
            <a:ext cx="930633" cy="485507"/>
          </a:xfrm>
          <a:prstGeom prst="rect">
            <a:avLst/>
          </a:prstGeom>
        </p:spPr>
      </p:pic>
      <p:sp>
        <p:nvSpPr>
          <p:cNvPr id="8" name="ZoneTexte 7">
            <a:extLst>
              <a:ext uri="{FF2B5EF4-FFF2-40B4-BE49-F238E27FC236}">
                <a16:creationId xmlns:a16="http://schemas.microsoft.com/office/drawing/2014/main" id="{42CA8108-8F14-58EA-9ABA-1AA3CE798C21}"/>
              </a:ext>
            </a:extLst>
          </p:cNvPr>
          <p:cNvSpPr txBox="1"/>
          <p:nvPr/>
        </p:nvSpPr>
        <p:spPr>
          <a:xfrm>
            <a:off x="404477" y="1037152"/>
            <a:ext cx="2352810" cy="512897"/>
          </a:xfrm>
          <a:prstGeom prst="rect">
            <a:avLst/>
          </a:prstGeom>
          <a:noFill/>
        </p:spPr>
        <p:txBody>
          <a:bodyPr wrap="square" lIns="91440" tIns="45720" rIns="91440" bIns="45720" rtlCol="0" anchor="t">
            <a:noAutofit/>
          </a:bodyPr>
          <a:lstStyle/>
          <a:p>
            <a:r>
              <a:rPr lang="fr-FR" sz="2400" b="1">
                <a:latin typeface="Arial"/>
                <a:cs typeface="Arial"/>
              </a:rPr>
              <a:t>MCD</a:t>
            </a:r>
          </a:p>
        </p:txBody>
      </p:sp>
      <p:pic>
        <p:nvPicPr>
          <p:cNvPr id="2" name="Image 1" descr="Une image contenant texte, diagramme, Plan, Dessin technique&#10;&#10;Le contenu généré par l’IA peut être incorrect.">
            <a:extLst>
              <a:ext uri="{FF2B5EF4-FFF2-40B4-BE49-F238E27FC236}">
                <a16:creationId xmlns:a16="http://schemas.microsoft.com/office/drawing/2014/main" id="{9BCE2DF8-93D2-2536-C2F5-C45D1D9470A5}"/>
              </a:ext>
            </a:extLst>
          </p:cNvPr>
          <p:cNvPicPr>
            <a:picLocks noChangeAspect="1"/>
          </p:cNvPicPr>
          <p:nvPr/>
        </p:nvPicPr>
        <p:blipFill>
          <a:blip r:embed="rId5"/>
          <a:stretch>
            <a:fillRect/>
          </a:stretch>
        </p:blipFill>
        <p:spPr>
          <a:xfrm>
            <a:off x="2530364" y="996034"/>
            <a:ext cx="9020175" cy="5724525"/>
          </a:xfrm>
          <a:prstGeom prst="rect">
            <a:avLst/>
          </a:prstGeom>
        </p:spPr>
      </p:pic>
    </p:spTree>
    <p:extLst>
      <p:ext uri="{BB962C8B-B14F-4D97-AF65-F5344CB8AC3E}">
        <p14:creationId xmlns:p14="http://schemas.microsoft.com/office/powerpoint/2010/main" val="670315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E3E2-0206-7AC1-8D41-22BF0EEE61F1}"/>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B7060F9-3FEC-3231-06D0-ED6F43DF3CBB}"/>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C905F062-F52A-EE5D-3F33-D17B127645B7}"/>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7.A2 Architecture technique du pipeline ETL</a:t>
            </a:r>
            <a:endParaRPr lang="fr-FR" sz="3600"/>
          </a:p>
        </p:txBody>
      </p:sp>
      <p:sp>
        <p:nvSpPr>
          <p:cNvPr id="5" name="Espace réservé du numéro de diapositive 4">
            <a:extLst>
              <a:ext uri="{FF2B5EF4-FFF2-40B4-BE49-F238E27FC236}">
                <a16:creationId xmlns:a16="http://schemas.microsoft.com/office/drawing/2014/main" id="{0AC507F7-3650-273C-15D6-770C66364391}"/>
              </a:ext>
            </a:extLst>
          </p:cNvPr>
          <p:cNvSpPr>
            <a:spLocks noGrp="1"/>
          </p:cNvSpPr>
          <p:nvPr>
            <p:ph type="sldNum" sz="quarter" idx="12"/>
          </p:nvPr>
        </p:nvSpPr>
        <p:spPr/>
        <p:txBody>
          <a:bodyPr/>
          <a:lstStyle/>
          <a:p>
            <a:pPr rtl="0"/>
            <a:fld id="{AEAA3239-9EA4-4A65-A281-97F994456D9F}" type="slidenum">
              <a:rPr lang="en-US" smtClean="0"/>
              <a:t>17</a:t>
            </a:fld>
            <a:endParaRPr lang="en-US" dirty="0"/>
          </a:p>
        </p:txBody>
      </p:sp>
      <p:cxnSp>
        <p:nvCxnSpPr>
          <p:cNvPr id="10" name="Connecteur droit avec flèche 9">
            <a:extLst>
              <a:ext uri="{FF2B5EF4-FFF2-40B4-BE49-F238E27FC236}">
                <a16:creationId xmlns:a16="http://schemas.microsoft.com/office/drawing/2014/main" id="{F85DE44F-4CC0-830A-5681-133796443315}"/>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1" name="Image 10" descr="Une image contenant Police, texte, logo, Graphique&#10;&#10;Le contenu généré par l’IA peut être incorrect.">
            <a:extLst>
              <a:ext uri="{FF2B5EF4-FFF2-40B4-BE49-F238E27FC236}">
                <a16:creationId xmlns:a16="http://schemas.microsoft.com/office/drawing/2014/main" id="{DA4824C4-2FC3-A87E-B1A9-5AF9F7AA9A47}"/>
              </a:ext>
            </a:extLst>
          </p:cNvPr>
          <p:cNvPicPr>
            <a:picLocks noChangeAspect="1"/>
          </p:cNvPicPr>
          <p:nvPr/>
        </p:nvPicPr>
        <p:blipFill>
          <a:blip r:embed="rId4"/>
          <a:stretch>
            <a:fillRect/>
          </a:stretch>
        </p:blipFill>
        <p:spPr>
          <a:xfrm>
            <a:off x="307416" y="6244979"/>
            <a:ext cx="930633" cy="485507"/>
          </a:xfrm>
          <a:prstGeom prst="rect">
            <a:avLst/>
          </a:prstGeom>
        </p:spPr>
      </p:pic>
      <p:sp>
        <p:nvSpPr>
          <p:cNvPr id="8" name="ZoneTexte 7">
            <a:extLst>
              <a:ext uri="{FF2B5EF4-FFF2-40B4-BE49-F238E27FC236}">
                <a16:creationId xmlns:a16="http://schemas.microsoft.com/office/drawing/2014/main" id="{AA0754DE-8A33-6665-E11B-427034C91333}"/>
              </a:ext>
            </a:extLst>
          </p:cNvPr>
          <p:cNvSpPr txBox="1"/>
          <p:nvPr/>
        </p:nvSpPr>
        <p:spPr>
          <a:xfrm>
            <a:off x="404477" y="1037152"/>
            <a:ext cx="2352810" cy="512897"/>
          </a:xfrm>
          <a:prstGeom prst="rect">
            <a:avLst/>
          </a:prstGeom>
          <a:noFill/>
        </p:spPr>
        <p:txBody>
          <a:bodyPr wrap="square" lIns="91440" tIns="45720" rIns="91440" bIns="45720" rtlCol="0" anchor="t">
            <a:noAutofit/>
          </a:bodyPr>
          <a:lstStyle/>
          <a:p>
            <a:r>
              <a:rPr lang="fr-FR" sz="2400" b="1">
                <a:latin typeface="Arial"/>
                <a:cs typeface="Arial"/>
              </a:rPr>
              <a:t>MLD</a:t>
            </a:r>
          </a:p>
        </p:txBody>
      </p:sp>
      <p:pic>
        <p:nvPicPr>
          <p:cNvPr id="3" name="Image 2" descr="Une image contenant texte, diagramme, nombre, Parallèle&#10;&#10;Le contenu généré par l’IA peut être incorrect.">
            <a:extLst>
              <a:ext uri="{FF2B5EF4-FFF2-40B4-BE49-F238E27FC236}">
                <a16:creationId xmlns:a16="http://schemas.microsoft.com/office/drawing/2014/main" id="{E4C64BEC-7CCD-323A-5EC1-6F02C0562F49}"/>
              </a:ext>
            </a:extLst>
          </p:cNvPr>
          <p:cNvPicPr>
            <a:picLocks noChangeAspect="1"/>
          </p:cNvPicPr>
          <p:nvPr/>
        </p:nvPicPr>
        <p:blipFill>
          <a:blip r:embed="rId5"/>
          <a:stretch>
            <a:fillRect/>
          </a:stretch>
        </p:blipFill>
        <p:spPr>
          <a:xfrm>
            <a:off x="1422311" y="1000796"/>
            <a:ext cx="10248900" cy="5715000"/>
          </a:xfrm>
          <a:prstGeom prst="rect">
            <a:avLst/>
          </a:prstGeom>
        </p:spPr>
      </p:pic>
    </p:spTree>
    <p:extLst>
      <p:ext uri="{BB962C8B-B14F-4D97-AF65-F5344CB8AC3E}">
        <p14:creationId xmlns:p14="http://schemas.microsoft.com/office/powerpoint/2010/main" val="2979223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09DB-6B64-E080-84D2-4A215F65F3D3}"/>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52F80110-D843-CC2D-3CC3-DB38F4CD4E16}"/>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B2B7B6F1-C2A3-0DDD-24A0-7C27A15432D7}"/>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7.A3 Architecture technique du pipeline ETL</a:t>
            </a:r>
            <a:endParaRPr lang="fr-FR" sz="3600"/>
          </a:p>
        </p:txBody>
      </p:sp>
      <p:sp>
        <p:nvSpPr>
          <p:cNvPr id="5" name="Espace réservé du numéro de diapositive 4">
            <a:extLst>
              <a:ext uri="{FF2B5EF4-FFF2-40B4-BE49-F238E27FC236}">
                <a16:creationId xmlns:a16="http://schemas.microsoft.com/office/drawing/2014/main" id="{9DD0EE5E-677D-64AA-3347-304BD1BB8133}"/>
              </a:ext>
            </a:extLst>
          </p:cNvPr>
          <p:cNvSpPr>
            <a:spLocks noGrp="1"/>
          </p:cNvSpPr>
          <p:nvPr>
            <p:ph type="sldNum" sz="quarter" idx="12"/>
          </p:nvPr>
        </p:nvSpPr>
        <p:spPr/>
        <p:txBody>
          <a:bodyPr/>
          <a:lstStyle/>
          <a:p>
            <a:pPr rtl="0"/>
            <a:fld id="{AEAA3239-9EA4-4A65-A281-97F994456D9F}" type="slidenum">
              <a:rPr lang="en-US" smtClean="0"/>
              <a:t>18</a:t>
            </a:fld>
            <a:endParaRPr lang="en-US" dirty="0"/>
          </a:p>
        </p:txBody>
      </p:sp>
      <p:cxnSp>
        <p:nvCxnSpPr>
          <p:cNvPr id="10" name="Connecteur droit avec flèche 9">
            <a:extLst>
              <a:ext uri="{FF2B5EF4-FFF2-40B4-BE49-F238E27FC236}">
                <a16:creationId xmlns:a16="http://schemas.microsoft.com/office/drawing/2014/main" id="{E6771BB2-B94B-E822-5761-3B9CD66C2EA8}"/>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1" name="Image 10" descr="Une image contenant Police, texte, logo, Graphique&#10;&#10;Le contenu généré par l’IA peut être incorrect.">
            <a:extLst>
              <a:ext uri="{FF2B5EF4-FFF2-40B4-BE49-F238E27FC236}">
                <a16:creationId xmlns:a16="http://schemas.microsoft.com/office/drawing/2014/main" id="{98ACED24-13EB-237D-700D-D586B88A3CDE}"/>
              </a:ext>
            </a:extLst>
          </p:cNvPr>
          <p:cNvPicPr>
            <a:picLocks noChangeAspect="1"/>
          </p:cNvPicPr>
          <p:nvPr/>
        </p:nvPicPr>
        <p:blipFill>
          <a:blip r:embed="rId4"/>
          <a:stretch>
            <a:fillRect/>
          </a:stretch>
        </p:blipFill>
        <p:spPr>
          <a:xfrm>
            <a:off x="307416" y="6244979"/>
            <a:ext cx="930633" cy="485507"/>
          </a:xfrm>
          <a:prstGeom prst="rect">
            <a:avLst/>
          </a:prstGeom>
        </p:spPr>
      </p:pic>
      <p:sp>
        <p:nvSpPr>
          <p:cNvPr id="17" name="ZoneTexte 16">
            <a:extLst>
              <a:ext uri="{FF2B5EF4-FFF2-40B4-BE49-F238E27FC236}">
                <a16:creationId xmlns:a16="http://schemas.microsoft.com/office/drawing/2014/main" id="{D2593849-44AF-1253-3C8C-1A8FC0460711}"/>
              </a:ext>
            </a:extLst>
          </p:cNvPr>
          <p:cNvSpPr txBox="1"/>
          <p:nvPr/>
        </p:nvSpPr>
        <p:spPr>
          <a:xfrm>
            <a:off x="329351" y="1037152"/>
            <a:ext cx="11346554" cy="512897"/>
          </a:xfrm>
          <a:prstGeom prst="rect">
            <a:avLst/>
          </a:prstGeom>
          <a:noFill/>
        </p:spPr>
        <p:txBody>
          <a:bodyPr wrap="square" lIns="91440" tIns="45720" rIns="91440" bIns="45720" rtlCol="0" anchor="t">
            <a:noAutofit/>
          </a:bodyPr>
          <a:lstStyle/>
          <a:p>
            <a:r>
              <a:rPr lang="fr-FR" sz="2400" b="1">
                <a:latin typeface="Arial"/>
                <a:cs typeface="Arial"/>
              </a:rPr>
              <a:t>Possibilité de lancement ciblé des pipelines en CLI avec Docker:</a:t>
            </a:r>
            <a:endParaRPr lang="fr-FR" sz="2400" b="1">
              <a:solidFill>
                <a:srgbClr val="FF0000"/>
              </a:solidFill>
              <a:latin typeface="Arial"/>
              <a:cs typeface="Arial"/>
            </a:endParaRPr>
          </a:p>
        </p:txBody>
      </p:sp>
      <p:sp>
        <p:nvSpPr>
          <p:cNvPr id="18" name="Content Placeholder 3">
            <a:extLst>
              <a:ext uri="{FF2B5EF4-FFF2-40B4-BE49-F238E27FC236}">
                <a16:creationId xmlns:a16="http://schemas.microsoft.com/office/drawing/2014/main" id="{01E44A4E-B484-5F5C-5B3B-50AB3A58703D}"/>
              </a:ext>
            </a:extLst>
          </p:cNvPr>
          <p:cNvSpPr>
            <a:spLocks noGrp="1"/>
          </p:cNvSpPr>
          <p:nvPr/>
        </p:nvSpPr>
        <p:spPr>
          <a:xfrm>
            <a:off x="327937" y="1437069"/>
            <a:ext cx="10281035" cy="360958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b="1">
                <a:solidFill>
                  <a:schemeClr val="bg1"/>
                </a:solidFill>
                <a:highlight>
                  <a:srgbClr val="000000"/>
                </a:highlight>
              </a:rPr>
              <a:t>docker compose run app &lt;ARG-1&gt; [&lt;ARG-2&gt;]</a:t>
            </a:r>
            <a:endParaRPr lang="fr-FR" sz="1800">
              <a:solidFill>
                <a:schemeClr val="bg1"/>
              </a:solidFill>
            </a:endParaRPr>
          </a:p>
          <a:p>
            <a:pPr marL="285750" indent="-285750">
              <a:buFont typeface="Calibri" panose="020B0604020202020204" pitchFamily="34" charset="0"/>
              <a:buChar char="-"/>
            </a:pPr>
            <a:r>
              <a:rPr lang="fr-FR" sz="1600">
                <a:latin typeface="Arial"/>
                <a:cs typeface="Arial"/>
              </a:rPr>
              <a:t>Arguments développés</a:t>
            </a:r>
          </a:p>
          <a:p>
            <a:pPr marL="514350" lvl="1"/>
            <a:r>
              <a:rPr lang="fr-FR" b="1">
                <a:latin typeface="Arial"/>
                <a:cs typeface="Arial"/>
              </a:rPr>
              <a:t>INIT</a:t>
            </a:r>
            <a:r>
              <a:rPr lang="fr-FR">
                <a:latin typeface="Arial"/>
                <a:cs typeface="Arial"/>
              </a:rPr>
              <a:t> : création base + tables + vues + ingestion régions/départements</a:t>
            </a:r>
            <a:endParaRPr lang="fr-FR" dirty="0">
              <a:latin typeface="Arial"/>
              <a:cs typeface="Arial"/>
            </a:endParaRPr>
          </a:p>
          <a:p>
            <a:pPr marL="514350" lvl="1"/>
            <a:r>
              <a:rPr lang="fr-FR" b="1">
                <a:latin typeface="Arial"/>
                <a:cs typeface="Arial"/>
              </a:rPr>
              <a:t>INIT_VIEWS </a:t>
            </a:r>
            <a:r>
              <a:rPr lang="fr-FR">
                <a:latin typeface="Arial"/>
                <a:cs typeface="Arial"/>
              </a:rPr>
              <a:t>: création/mise à jour vues</a:t>
            </a:r>
            <a:endParaRPr lang="fr-FR" dirty="0">
              <a:latin typeface="Arial"/>
              <a:cs typeface="Arial"/>
            </a:endParaRPr>
          </a:p>
          <a:p>
            <a:pPr marL="514350" lvl="1"/>
            <a:r>
              <a:rPr lang="fr-FR" b="1" dirty="0">
                <a:latin typeface="Arial"/>
                <a:cs typeface="Arial"/>
              </a:rPr>
              <a:t>REFRESH_VIEWS </a:t>
            </a:r>
            <a:r>
              <a:rPr lang="fr-FR" dirty="0">
                <a:latin typeface="Arial"/>
                <a:cs typeface="Arial"/>
              </a:rPr>
              <a:t>: rafraichissement des vues </a:t>
            </a:r>
            <a:r>
              <a:rPr lang="fr-FR">
                <a:latin typeface="Arial"/>
                <a:cs typeface="Arial"/>
              </a:rPr>
              <a:t>matérialisées</a:t>
            </a:r>
            <a:endParaRPr lang="fr-FR" dirty="0">
              <a:latin typeface="Arial"/>
              <a:cs typeface="Arial"/>
            </a:endParaRPr>
          </a:p>
          <a:p>
            <a:pPr marL="514350" lvl="1"/>
            <a:r>
              <a:rPr lang="fr-FR" b="1">
                <a:latin typeface="Arial"/>
                <a:cs typeface="Arial"/>
              </a:rPr>
              <a:t>MAJ_STRUCTURES</a:t>
            </a:r>
            <a:r>
              <a:rPr lang="fr-FR" b="1" dirty="0">
                <a:latin typeface="Arial"/>
                <a:cs typeface="Arial"/>
              </a:rPr>
              <a:t> </a:t>
            </a:r>
            <a:r>
              <a:rPr lang="fr-FR">
                <a:latin typeface="Arial"/>
                <a:cs typeface="Arial"/>
              </a:rPr>
              <a:t>: ingestion centrales électriques, stations météos et rapprochement suivant leur géolocalisation</a:t>
            </a:r>
            <a:endParaRPr lang="fr-FR" dirty="0">
              <a:latin typeface="Arial"/>
              <a:cs typeface="Arial"/>
            </a:endParaRPr>
          </a:p>
          <a:p>
            <a:pPr marL="514350" lvl="1"/>
            <a:r>
              <a:rPr lang="fr-FR" b="1">
                <a:latin typeface="Arial"/>
                <a:cs typeface="Arial"/>
              </a:rPr>
              <a:t>MAJ_PROD </a:t>
            </a:r>
            <a:r>
              <a:rPr lang="fr-FR">
                <a:latin typeface="Arial"/>
                <a:cs typeface="Arial"/>
              </a:rPr>
              <a:t>: ingestion données production électrique + REFRESH_VIEWS</a:t>
            </a:r>
            <a:endParaRPr lang="fr-FR" dirty="0">
              <a:latin typeface="Arial"/>
              <a:cs typeface="Arial"/>
            </a:endParaRPr>
          </a:p>
          <a:p>
            <a:pPr marL="514350" lvl="1"/>
            <a:r>
              <a:rPr lang="fr-FR" b="1">
                <a:latin typeface="Arial"/>
                <a:cs typeface="Arial"/>
              </a:rPr>
              <a:t>MAJ_METEO </a:t>
            </a:r>
            <a:r>
              <a:rPr lang="fr-FR">
                <a:latin typeface="Arial"/>
                <a:cs typeface="Arial"/>
              </a:rPr>
              <a:t>: ingestion données météo veille + REFRESH_VIEWS</a:t>
            </a:r>
            <a:endParaRPr lang="fr-FR" dirty="0">
              <a:latin typeface="Arial"/>
              <a:cs typeface="Arial"/>
            </a:endParaRPr>
          </a:p>
          <a:p>
            <a:pPr marL="514350" lvl="1"/>
            <a:r>
              <a:rPr lang="fr-FR" b="1">
                <a:latin typeface="Arial"/>
                <a:cs typeface="Arial"/>
              </a:rPr>
              <a:t>MAJ_METEO_PREC </a:t>
            </a:r>
            <a:r>
              <a:rPr lang="fr-FR">
                <a:latin typeface="Arial"/>
                <a:cs typeface="Arial"/>
              </a:rPr>
              <a:t>: données météo historiques M-1 -&gt; veille</a:t>
            </a:r>
            <a:endParaRPr lang="fr-FR" dirty="0">
              <a:latin typeface="Arial"/>
              <a:cs typeface="Arial"/>
            </a:endParaRPr>
          </a:p>
          <a:p>
            <a:pPr marL="514350" lvl="1"/>
            <a:r>
              <a:rPr lang="fr-FR" b="1">
                <a:latin typeface="Arial"/>
                <a:cs typeface="Arial"/>
              </a:rPr>
              <a:t>MAJ_METEO_PREC_MOIS </a:t>
            </a:r>
            <a:r>
              <a:rPr lang="fr-FR" dirty="0">
                <a:latin typeface="Arial"/>
                <a:cs typeface="Arial"/>
              </a:rPr>
              <a:t>: données météo historique du mois en &lt;ARG-2&gt;</a:t>
            </a:r>
          </a:p>
          <a:p>
            <a:pPr marL="0" indent="0">
              <a:buNone/>
            </a:pPr>
            <a:endParaRPr lang="en-US" dirty="0"/>
          </a:p>
        </p:txBody>
      </p:sp>
      <p:sp>
        <p:nvSpPr>
          <p:cNvPr id="20" name="Espace réservé du pied de page 1">
            <a:extLst>
              <a:ext uri="{FF2B5EF4-FFF2-40B4-BE49-F238E27FC236}">
                <a16:creationId xmlns:a16="http://schemas.microsoft.com/office/drawing/2014/main" id="{F21561DA-77BB-97B2-7B3F-38A3E598A303}"/>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spTree>
    <p:extLst>
      <p:ext uri="{BB962C8B-B14F-4D97-AF65-F5344CB8AC3E}">
        <p14:creationId xmlns:p14="http://schemas.microsoft.com/office/powerpoint/2010/main" val="3411756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1768-4EBE-63D5-E3DD-CF7CEE4B32E8}"/>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5AE6B4C3-E783-1ADD-AFE6-6238C565BC2D}"/>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7E0EC9B-B6FF-5791-D3BC-FB13AAC6CD16}"/>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7.A4 Architecture technique du pipeline ETL</a:t>
            </a:r>
            <a:endParaRPr lang="fr-FR" sz="3600"/>
          </a:p>
        </p:txBody>
      </p:sp>
      <p:sp>
        <p:nvSpPr>
          <p:cNvPr id="5" name="Espace réservé du numéro de diapositive 4">
            <a:extLst>
              <a:ext uri="{FF2B5EF4-FFF2-40B4-BE49-F238E27FC236}">
                <a16:creationId xmlns:a16="http://schemas.microsoft.com/office/drawing/2014/main" id="{8F348E0B-A836-9A05-392C-51DB7683252C}"/>
              </a:ext>
            </a:extLst>
          </p:cNvPr>
          <p:cNvSpPr>
            <a:spLocks noGrp="1"/>
          </p:cNvSpPr>
          <p:nvPr>
            <p:ph type="sldNum" sz="quarter" idx="12"/>
          </p:nvPr>
        </p:nvSpPr>
        <p:spPr/>
        <p:txBody>
          <a:bodyPr/>
          <a:lstStyle/>
          <a:p>
            <a:pPr rtl="0"/>
            <a:fld id="{AEAA3239-9EA4-4A65-A281-97F994456D9F}" type="slidenum">
              <a:rPr lang="en-US" smtClean="0"/>
              <a:t>19</a:t>
            </a:fld>
            <a:endParaRPr lang="en-US" dirty="0"/>
          </a:p>
        </p:txBody>
      </p:sp>
      <p:cxnSp>
        <p:nvCxnSpPr>
          <p:cNvPr id="10" name="Connecteur droit avec flèche 9">
            <a:extLst>
              <a:ext uri="{FF2B5EF4-FFF2-40B4-BE49-F238E27FC236}">
                <a16:creationId xmlns:a16="http://schemas.microsoft.com/office/drawing/2014/main" id="{C7208626-0122-82F5-A376-427B7EBE5F8B}"/>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1" name="Image 10" descr="Une image contenant Police, texte, logo, Graphique&#10;&#10;Le contenu généré par l’IA peut être incorrect.">
            <a:extLst>
              <a:ext uri="{FF2B5EF4-FFF2-40B4-BE49-F238E27FC236}">
                <a16:creationId xmlns:a16="http://schemas.microsoft.com/office/drawing/2014/main" id="{D9D8521C-B591-214D-4730-F31FD0DAC782}"/>
              </a:ext>
            </a:extLst>
          </p:cNvPr>
          <p:cNvPicPr>
            <a:picLocks noChangeAspect="1"/>
          </p:cNvPicPr>
          <p:nvPr/>
        </p:nvPicPr>
        <p:blipFill>
          <a:blip r:embed="rId4"/>
          <a:stretch>
            <a:fillRect/>
          </a:stretch>
        </p:blipFill>
        <p:spPr>
          <a:xfrm>
            <a:off x="307416" y="6244979"/>
            <a:ext cx="930633" cy="485507"/>
          </a:xfrm>
          <a:prstGeom prst="rect">
            <a:avLst/>
          </a:prstGeom>
        </p:spPr>
      </p:pic>
      <p:sp>
        <p:nvSpPr>
          <p:cNvPr id="17" name="ZoneTexte 16">
            <a:extLst>
              <a:ext uri="{FF2B5EF4-FFF2-40B4-BE49-F238E27FC236}">
                <a16:creationId xmlns:a16="http://schemas.microsoft.com/office/drawing/2014/main" id="{2BAA9A01-FA11-BF31-3437-D8C477FE6BBD}"/>
              </a:ext>
            </a:extLst>
          </p:cNvPr>
          <p:cNvSpPr txBox="1"/>
          <p:nvPr/>
        </p:nvSpPr>
        <p:spPr>
          <a:xfrm>
            <a:off x="329351" y="1037152"/>
            <a:ext cx="9500583" cy="512897"/>
          </a:xfrm>
          <a:prstGeom prst="rect">
            <a:avLst/>
          </a:prstGeom>
          <a:noFill/>
        </p:spPr>
        <p:txBody>
          <a:bodyPr wrap="square" lIns="91440" tIns="45720" rIns="91440" bIns="45720" rtlCol="0" anchor="t">
            <a:noAutofit/>
          </a:bodyPr>
          <a:lstStyle/>
          <a:p>
            <a:r>
              <a:rPr lang="fr-FR" sz="2400" b="1">
                <a:latin typeface="Arial"/>
                <a:cs typeface="Arial"/>
              </a:rPr>
              <a:t>Schéma de déploiement :</a:t>
            </a:r>
            <a:endParaRPr lang="fr-FR"/>
          </a:p>
        </p:txBody>
      </p:sp>
      <p:sp>
        <p:nvSpPr>
          <p:cNvPr id="20" name="Espace réservé du pied de page 1">
            <a:extLst>
              <a:ext uri="{FF2B5EF4-FFF2-40B4-BE49-F238E27FC236}">
                <a16:creationId xmlns:a16="http://schemas.microsoft.com/office/drawing/2014/main" id="{8E5485F3-7FEA-DB15-8902-740DF3248E22}"/>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21" name="Image 20" descr="Une image contenant texte, capture d’écran, nombre, Police&#10;&#10;Le contenu généré par l’IA peut être incorrect.">
            <a:extLst>
              <a:ext uri="{FF2B5EF4-FFF2-40B4-BE49-F238E27FC236}">
                <a16:creationId xmlns:a16="http://schemas.microsoft.com/office/drawing/2014/main" id="{F4EB8C45-11CC-5243-9821-6797D437FAC4}"/>
              </a:ext>
            </a:extLst>
          </p:cNvPr>
          <p:cNvPicPr>
            <a:picLocks noChangeAspect="1"/>
          </p:cNvPicPr>
          <p:nvPr/>
        </p:nvPicPr>
        <p:blipFill>
          <a:blip r:embed="rId5"/>
          <a:stretch>
            <a:fillRect/>
          </a:stretch>
        </p:blipFill>
        <p:spPr>
          <a:xfrm>
            <a:off x="401013" y="1839559"/>
            <a:ext cx="6748728" cy="3175351"/>
          </a:xfrm>
          <a:prstGeom prst="rect">
            <a:avLst/>
          </a:prstGeom>
        </p:spPr>
      </p:pic>
      <p:pic>
        <p:nvPicPr>
          <p:cNvPr id="2" name="Image 1" descr="Une image contenant texte, capture d’écran, Police&#10;&#10;Le contenu généré par l’IA peut être incorrect.">
            <a:extLst>
              <a:ext uri="{FF2B5EF4-FFF2-40B4-BE49-F238E27FC236}">
                <a16:creationId xmlns:a16="http://schemas.microsoft.com/office/drawing/2014/main" id="{7C415E28-EBDF-D438-44DE-5A8EDB97A4C7}"/>
              </a:ext>
            </a:extLst>
          </p:cNvPr>
          <p:cNvPicPr>
            <a:picLocks noChangeAspect="1"/>
          </p:cNvPicPr>
          <p:nvPr/>
        </p:nvPicPr>
        <p:blipFill>
          <a:blip r:embed="rId6"/>
          <a:stretch>
            <a:fillRect/>
          </a:stretch>
        </p:blipFill>
        <p:spPr>
          <a:xfrm>
            <a:off x="7374027" y="1843088"/>
            <a:ext cx="4162425" cy="3171825"/>
          </a:xfrm>
          <a:prstGeom prst="rect">
            <a:avLst/>
          </a:prstGeom>
        </p:spPr>
      </p:pic>
      <p:cxnSp>
        <p:nvCxnSpPr>
          <p:cNvPr id="9" name="Connecteur droit avec flèche 8">
            <a:extLst>
              <a:ext uri="{FF2B5EF4-FFF2-40B4-BE49-F238E27FC236}">
                <a16:creationId xmlns:a16="http://schemas.microsoft.com/office/drawing/2014/main" id="{BA1C55FE-04F2-ABE0-8D64-05C8257144D5}"/>
              </a:ext>
            </a:extLst>
          </p:cNvPr>
          <p:cNvCxnSpPr/>
          <p:nvPr/>
        </p:nvCxnSpPr>
        <p:spPr>
          <a:xfrm flipV="1">
            <a:off x="1330183" y="2565147"/>
            <a:ext cx="5498064" cy="16963"/>
          </a:xfrm>
          <a:prstGeom prst="straightConnector1">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2B2E56A1-1C69-FC71-D039-98549BA0E4C3}"/>
              </a:ext>
            </a:extLst>
          </p:cNvPr>
          <p:cNvCxnSpPr/>
          <p:nvPr/>
        </p:nvCxnSpPr>
        <p:spPr>
          <a:xfrm>
            <a:off x="3573961" y="2583773"/>
            <a:ext cx="3914" cy="1039375"/>
          </a:xfrm>
          <a:prstGeom prst="straightConnector1">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084CBF6B-D0FB-7835-69EB-5014629427A3}"/>
              </a:ext>
            </a:extLst>
          </p:cNvPr>
          <p:cNvCxnSpPr/>
          <p:nvPr/>
        </p:nvCxnSpPr>
        <p:spPr>
          <a:xfrm flipH="1">
            <a:off x="2674592" y="3624012"/>
            <a:ext cx="910654" cy="1126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67C3E6AE-B049-F023-86DE-EFCEBD3CB63C}"/>
              </a:ext>
            </a:extLst>
          </p:cNvPr>
          <p:cNvSpPr txBox="1"/>
          <p:nvPr/>
        </p:nvSpPr>
        <p:spPr>
          <a:xfrm>
            <a:off x="3645508" y="2973758"/>
            <a:ext cx="305779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dirty="0">
                <a:solidFill>
                  <a:srgbClr val="FF0000"/>
                </a:solidFill>
                <a:latin typeface="Arial"/>
                <a:cs typeface="Arial"/>
              </a:rPr>
              <a:t>Lien </a:t>
            </a:r>
            <a:r>
              <a:rPr lang="fr-FR" sz="1400" dirty="0" err="1">
                <a:solidFill>
                  <a:srgbClr val="FF0000"/>
                </a:solidFill>
                <a:latin typeface="Arial"/>
                <a:cs typeface="Arial"/>
              </a:rPr>
              <a:t>symlink</a:t>
            </a:r>
            <a:r>
              <a:rPr lang="fr-FR" sz="1400" dirty="0">
                <a:solidFill>
                  <a:srgbClr val="FF0000"/>
                </a:solidFill>
                <a:latin typeface="Arial"/>
                <a:cs typeface="Arial"/>
              </a:rPr>
              <a:t> vers release de prod</a:t>
            </a:r>
          </a:p>
        </p:txBody>
      </p:sp>
      <p:cxnSp>
        <p:nvCxnSpPr>
          <p:cNvPr id="15" name="Connecteur droit avec flèche 14">
            <a:extLst>
              <a:ext uri="{FF2B5EF4-FFF2-40B4-BE49-F238E27FC236}">
                <a16:creationId xmlns:a16="http://schemas.microsoft.com/office/drawing/2014/main" id="{E13080DA-00A3-F706-494F-37B6ADA48EDC}"/>
              </a:ext>
            </a:extLst>
          </p:cNvPr>
          <p:cNvCxnSpPr/>
          <p:nvPr/>
        </p:nvCxnSpPr>
        <p:spPr>
          <a:xfrm>
            <a:off x="7724194" y="2376753"/>
            <a:ext cx="1208344" cy="11266"/>
          </a:xfrm>
          <a:prstGeom prst="straightConnector1">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447817B8-3660-06B5-61C0-CD010FE723E1}"/>
              </a:ext>
            </a:extLst>
          </p:cNvPr>
          <p:cNvCxnSpPr/>
          <p:nvPr/>
        </p:nvCxnSpPr>
        <p:spPr>
          <a:xfrm>
            <a:off x="7727265" y="2917437"/>
            <a:ext cx="2162733" cy="11266"/>
          </a:xfrm>
          <a:prstGeom prst="straightConnector1">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588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923CC-0BA3-73FD-1CAE-01A6CD4BA836}"/>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50C9E81-4D78-DCE0-8F2B-4D3D9FAC2A11}"/>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2B644E96-A79C-04FD-097B-849968BA56A6}"/>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7.A5 Monitoring</a:t>
            </a:r>
            <a:r>
              <a:rPr lang="fr-FR" sz="3600" dirty="0">
                <a:solidFill>
                  <a:srgbClr val="FF0000"/>
                </a:solidFill>
                <a:latin typeface="Arial"/>
                <a:cs typeface="Arial"/>
              </a:rPr>
              <a:t> </a:t>
            </a:r>
            <a:endParaRPr lang="fr-FR" sz="3600" dirty="0">
              <a:solidFill>
                <a:srgbClr val="FF0000"/>
              </a:solidFill>
            </a:endParaRPr>
          </a:p>
        </p:txBody>
      </p:sp>
      <p:sp>
        <p:nvSpPr>
          <p:cNvPr id="5" name="Espace réservé du numéro de diapositive 4">
            <a:extLst>
              <a:ext uri="{FF2B5EF4-FFF2-40B4-BE49-F238E27FC236}">
                <a16:creationId xmlns:a16="http://schemas.microsoft.com/office/drawing/2014/main" id="{3AD5B276-CD31-905C-4E2B-2840ACE3B513}"/>
              </a:ext>
            </a:extLst>
          </p:cNvPr>
          <p:cNvSpPr>
            <a:spLocks noGrp="1"/>
          </p:cNvSpPr>
          <p:nvPr>
            <p:ph type="sldNum" sz="quarter" idx="12"/>
          </p:nvPr>
        </p:nvSpPr>
        <p:spPr/>
        <p:txBody>
          <a:bodyPr/>
          <a:lstStyle/>
          <a:p>
            <a:pPr rtl="0"/>
            <a:fld id="{AEAA3239-9EA4-4A65-A281-97F994456D9F}" type="slidenum">
              <a:rPr lang="en-US" smtClean="0"/>
              <a:t>20</a:t>
            </a:fld>
            <a:endParaRPr lang="en-US" dirty="0"/>
          </a:p>
        </p:txBody>
      </p:sp>
      <p:cxnSp>
        <p:nvCxnSpPr>
          <p:cNvPr id="10" name="Connecteur droit avec flèche 9">
            <a:extLst>
              <a:ext uri="{FF2B5EF4-FFF2-40B4-BE49-F238E27FC236}">
                <a16:creationId xmlns:a16="http://schemas.microsoft.com/office/drawing/2014/main" id="{1B1B06C1-CE9B-2A6E-934A-100C70B67523}"/>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37A7310E-CA9F-5831-E007-D749DE1F698E}"/>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822D384B-8A8C-E6CE-9535-B5B1BC2036FA}"/>
              </a:ext>
            </a:extLst>
          </p:cNvPr>
          <p:cNvPicPr>
            <a:picLocks noChangeAspect="1"/>
          </p:cNvPicPr>
          <p:nvPr/>
        </p:nvPicPr>
        <p:blipFill>
          <a:blip r:embed="rId4"/>
          <a:stretch>
            <a:fillRect/>
          </a:stretch>
        </p:blipFill>
        <p:spPr>
          <a:xfrm>
            <a:off x="307416" y="6244979"/>
            <a:ext cx="930633" cy="485507"/>
          </a:xfrm>
          <a:prstGeom prst="rect">
            <a:avLst/>
          </a:prstGeom>
        </p:spPr>
      </p:pic>
      <p:pic>
        <p:nvPicPr>
          <p:cNvPr id="2" name="Image 1" descr="Une image contenant texte, capture d’écran, Police&#10;&#10;Le contenu généré par l’IA peut être incorrect.">
            <a:extLst>
              <a:ext uri="{FF2B5EF4-FFF2-40B4-BE49-F238E27FC236}">
                <a16:creationId xmlns:a16="http://schemas.microsoft.com/office/drawing/2014/main" id="{CB4F303A-D181-C18B-A239-9FEAA452F554}"/>
              </a:ext>
            </a:extLst>
          </p:cNvPr>
          <p:cNvPicPr>
            <a:picLocks noChangeAspect="1"/>
          </p:cNvPicPr>
          <p:nvPr/>
        </p:nvPicPr>
        <p:blipFill>
          <a:blip r:embed="rId5"/>
          <a:stretch>
            <a:fillRect/>
          </a:stretch>
        </p:blipFill>
        <p:spPr>
          <a:xfrm>
            <a:off x="6530797" y="1366838"/>
            <a:ext cx="5505449" cy="3576972"/>
          </a:xfrm>
          <a:prstGeom prst="rect">
            <a:avLst/>
          </a:prstGeom>
        </p:spPr>
      </p:pic>
      <p:sp>
        <p:nvSpPr>
          <p:cNvPr id="8" name="ZoneTexte 8">
            <a:extLst>
              <a:ext uri="{FF2B5EF4-FFF2-40B4-BE49-F238E27FC236}">
                <a16:creationId xmlns:a16="http://schemas.microsoft.com/office/drawing/2014/main" id="{52039611-0AC3-A4D5-936C-D4057BA74591}"/>
              </a:ext>
            </a:extLst>
          </p:cNvPr>
          <p:cNvSpPr txBox="1"/>
          <p:nvPr/>
        </p:nvSpPr>
        <p:spPr>
          <a:xfrm>
            <a:off x="396150" y="1220360"/>
            <a:ext cx="5893974" cy="4776223"/>
          </a:xfrm>
          <a:prstGeom prst="rect">
            <a:avLst/>
          </a:prstGeom>
          <a:noFill/>
        </p:spPr>
        <p:txBody>
          <a:bodyPr wrap="square" lIns="91440" tIns="45720" rIns="91440" bIns="45720" rtlCol="0" anchor="t">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000" b="1" dirty="0">
                <a:latin typeface="Arial"/>
                <a:cs typeface="Arial"/>
              </a:rPr>
              <a:t>Collecte des métriques avec </a:t>
            </a:r>
            <a:r>
              <a:rPr lang="fr-FR" sz="2000" b="1" dirty="0" err="1">
                <a:latin typeface="Arial"/>
                <a:cs typeface="Arial"/>
              </a:rPr>
              <a:t>Prometheus</a:t>
            </a:r>
            <a:r>
              <a:rPr lang="fr-FR" sz="2000" b="1" dirty="0">
                <a:latin typeface="Arial"/>
                <a:cs typeface="Arial"/>
              </a:rPr>
              <a:t> sur les systèmes (port 9090) :</a:t>
            </a:r>
          </a:p>
          <a:p>
            <a:pPr marL="342900" indent="-342900">
              <a:buFont typeface="Calibri"/>
              <a:buChar char="-"/>
            </a:pPr>
            <a:r>
              <a:rPr lang="fr-FR" dirty="0" err="1">
                <a:latin typeface="Arial"/>
                <a:cs typeface="Arial"/>
              </a:rPr>
              <a:t>Prometheus</a:t>
            </a:r>
            <a:endParaRPr lang="fr-FR" dirty="0">
              <a:latin typeface="Arial"/>
              <a:cs typeface="Arial"/>
            </a:endParaRPr>
          </a:p>
          <a:p>
            <a:pPr marL="342900" indent="-342900">
              <a:buFont typeface="Calibri"/>
              <a:buChar char="-"/>
            </a:pPr>
            <a:r>
              <a:rPr lang="fr-FR" dirty="0">
                <a:latin typeface="Arial"/>
                <a:cs typeface="Arial"/>
              </a:rPr>
              <a:t>BDD </a:t>
            </a:r>
            <a:r>
              <a:rPr lang="fr-FR" dirty="0" err="1">
                <a:latin typeface="Arial"/>
                <a:cs typeface="Arial"/>
              </a:rPr>
              <a:t>PostgresSQL</a:t>
            </a:r>
            <a:r>
              <a:rPr lang="fr-FR" dirty="0">
                <a:latin typeface="Arial"/>
                <a:cs typeface="Arial"/>
              </a:rPr>
              <a:t> : via </a:t>
            </a:r>
            <a:r>
              <a:rPr lang="fr-FR" dirty="0" err="1">
                <a:latin typeface="Arial"/>
                <a:cs typeface="Arial"/>
              </a:rPr>
              <a:t>postgres</a:t>
            </a:r>
            <a:r>
              <a:rPr lang="fr-FR" dirty="0">
                <a:latin typeface="Arial"/>
                <a:cs typeface="Arial"/>
              </a:rPr>
              <a:t>-exporter</a:t>
            </a:r>
          </a:p>
          <a:p>
            <a:pPr marL="342900" indent="-342900">
              <a:buFont typeface="Calibri"/>
              <a:buChar char="-"/>
            </a:pPr>
            <a:r>
              <a:rPr lang="fr-FR" dirty="0">
                <a:latin typeface="Arial"/>
                <a:cs typeface="Arial"/>
              </a:rPr>
              <a:t>Conteneurs Docker : via CAD </a:t>
            </a:r>
            <a:r>
              <a:rPr lang="fr-FR" dirty="0" err="1">
                <a:latin typeface="Arial"/>
                <a:cs typeface="Arial"/>
              </a:rPr>
              <a:t>advisor</a:t>
            </a:r>
            <a:endParaRPr lang="fr-FR" dirty="0">
              <a:latin typeface="Arial"/>
              <a:cs typeface="Arial"/>
            </a:endParaRPr>
          </a:p>
          <a:p>
            <a:pPr marL="342900" indent="-342900">
              <a:buFont typeface="Calibri"/>
              <a:buChar char="-"/>
            </a:pPr>
            <a:r>
              <a:rPr lang="fr-FR" dirty="0">
                <a:latin typeface="Arial"/>
                <a:cs typeface="Arial"/>
              </a:rPr>
              <a:t>Machine virtuelle Ubuntu : via </a:t>
            </a:r>
            <a:r>
              <a:rPr lang="fr-FR" dirty="0" err="1">
                <a:latin typeface="Arial"/>
                <a:cs typeface="Arial"/>
              </a:rPr>
              <a:t>node</a:t>
            </a:r>
            <a:r>
              <a:rPr lang="fr-FR" dirty="0">
                <a:latin typeface="Arial"/>
                <a:cs typeface="Arial"/>
              </a:rPr>
              <a:t>-exporter</a:t>
            </a:r>
          </a:p>
          <a:p>
            <a:pPr marL="342900" indent="-342900">
              <a:buFont typeface="Calibri"/>
              <a:buChar char="-"/>
            </a:pPr>
            <a:r>
              <a:rPr lang="fr-FR" dirty="0" err="1">
                <a:latin typeface="Arial"/>
                <a:cs typeface="Arial"/>
              </a:rPr>
              <a:t>Scrape</a:t>
            </a:r>
            <a:r>
              <a:rPr lang="fr-FR" dirty="0">
                <a:latin typeface="Arial"/>
                <a:cs typeface="Arial"/>
              </a:rPr>
              <a:t> </a:t>
            </a:r>
            <a:r>
              <a:rPr lang="fr-FR" dirty="0" err="1">
                <a:latin typeface="Arial"/>
                <a:cs typeface="Arial"/>
              </a:rPr>
              <a:t>interval</a:t>
            </a:r>
            <a:r>
              <a:rPr lang="fr-FR" dirty="0">
                <a:latin typeface="Arial"/>
                <a:cs typeface="Arial"/>
              </a:rPr>
              <a:t> : 15s</a:t>
            </a:r>
            <a:endParaRPr lang="fr-FR"/>
          </a:p>
          <a:p>
            <a:endParaRPr lang="fr-FR" sz="2000" b="1" dirty="0">
              <a:latin typeface="Arial"/>
              <a:cs typeface="Arial"/>
            </a:endParaRPr>
          </a:p>
          <a:p>
            <a:r>
              <a:rPr lang="fr-FR" sz="2000" b="1" dirty="0" err="1">
                <a:latin typeface="Arial"/>
                <a:cs typeface="Arial"/>
              </a:rPr>
              <a:t>Alert</a:t>
            </a:r>
            <a:r>
              <a:rPr lang="fr-FR" sz="2000" b="1" dirty="0">
                <a:latin typeface="Arial"/>
                <a:cs typeface="Arial"/>
              </a:rPr>
              <a:t> Manager (port 9093) :</a:t>
            </a:r>
          </a:p>
          <a:p>
            <a:pPr marL="342900" indent="-342900">
              <a:buFont typeface="Calibri"/>
              <a:buChar char="-"/>
            </a:pPr>
            <a:r>
              <a:rPr lang="fr-FR">
                <a:latin typeface="Arial"/>
                <a:cs typeface="Arial"/>
              </a:rPr>
              <a:t>Service down</a:t>
            </a:r>
            <a:endParaRPr lang="fr-FR" dirty="0">
              <a:latin typeface="Arial"/>
              <a:cs typeface="Arial"/>
            </a:endParaRPr>
          </a:p>
          <a:p>
            <a:pPr marL="342900" indent="-342900">
              <a:buFont typeface="Calibri"/>
              <a:buChar char="-"/>
            </a:pPr>
            <a:r>
              <a:rPr lang="fr-FR" dirty="0">
                <a:latin typeface="Arial"/>
                <a:cs typeface="Arial"/>
              </a:rPr>
              <a:t>High </a:t>
            </a:r>
            <a:r>
              <a:rPr lang="fr-FR" dirty="0" err="1">
                <a:latin typeface="Arial"/>
                <a:cs typeface="Arial"/>
              </a:rPr>
              <a:t>load</a:t>
            </a:r>
            <a:endParaRPr lang="fr-FR" dirty="0">
              <a:latin typeface="Arial"/>
              <a:cs typeface="Arial"/>
            </a:endParaRPr>
          </a:p>
          <a:p>
            <a:pPr marL="342900" indent="-342900">
              <a:buFont typeface="Calibri"/>
              <a:buChar char="-"/>
            </a:pPr>
            <a:endParaRPr lang="fr-FR" sz="1600" dirty="0">
              <a:latin typeface="Arial"/>
              <a:cs typeface="Arial"/>
            </a:endParaRPr>
          </a:p>
          <a:p>
            <a:r>
              <a:rPr lang="fr-FR" sz="2000" b="1" dirty="0">
                <a:latin typeface="Arial"/>
                <a:cs typeface="Arial"/>
              </a:rPr>
              <a:t>Exposition des métriques avec </a:t>
            </a:r>
            <a:r>
              <a:rPr lang="fr-FR" sz="2000" b="1" dirty="0" err="1">
                <a:latin typeface="Arial"/>
                <a:cs typeface="Arial"/>
              </a:rPr>
              <a:t>Dashboards</a:t>
            </a:r>
            <a:r>
              <a:rPr lang="fr-FR" sz="2000" b="1" dirty="0">
                <a:latin typeface="Arial"/>
                <a:cs typeface="Arial"/>
              </a:rPr>
              <a:t> </a:t>
            </a:r>
            <a:r>
              <a:rPr lang="fr-FR" sz="2000" b="1" dirty="0" err="1">
                <a:latin typeface="Arial"/>
                <a:cs typeface="Arial"/>
              </a:rPr>
              <a:t>Grafana</a:t>
            </a:r>
            <a:r>
              <a:rPr lang="fr-FR" sz="2000" b="1" dirty="0">
                <a:latin typeface="Arial"/>
                <a:cs typeface="Arial"/>
              </a:rPr>
              <a:t> (port 3000):</a:t>
            </a:r>
          </a:p>
          <a:p>
            <a:pPr marL="342900" indent="-342900">
              <a:buFont typeface="Calibri"/>
              <a:buChar char="-"/>
            </a:pPr>
            <a:r>
              <a:rPr lang="fr-FR" dirty="0">
                <a:latin typeface="Arial"/>
                <a:cs typeface="Arial"/>
              </a:rPr>
              <a:t>PostgreSQL </a:t>
            </a:r>
            <a:r>
              <a:rPr lang="fr-FR" dirty="0" err="1">
                <a:latin typeface="Arial"/>
                <a:cs typeface="Arial"/>
              </a:rPr>
              <a:t>Database</a:t>
            </a:r>
            <a:endParaRPr lang="fr-FR" dirty="0">
              <a:latin typeface="Arial"/>
              <a:cs typeface="Arial"/>
            </a:endParaRPr>
          </a:p>
          <a:p>
            <a:pPr marL="342900" indent="-342900">
              <a:buFont typeface="Calibri"/>
              <a:buChar char="-"/>
            </a:pPr>
            <a:r>
              <a:rPr lang="fr-FR">
                <a:latin typeface="Arial"/>
                <a:cs typeface="Arial"/>
              </a:rPr>
              <a:t>Docker Monitoring</a:t>
            </a:r>
            <a:endParaRPr lang="fr-FR" dirty="0">
              <a:latin typeface="Arial"/>
              <a:cs typeface="Arial"/>
            </a:endParaRPr>
          </a:p>
          <a:p>
            <a:pPr marL="342900" indent="-342900">
              <a:buFont typeface="Calibri"/>
              <a:buChar char="-"/>
            </a:pPr>
            <a:r>
              <a:rPr lang="fr-FR">
                <a:latin typeface="Arial"/>
                <a:cs typeface="Arial"/>
              </a:rPr>
              <a:t>System Monitoring</a:t>
            </a:r>
            <a:endParaRPr lang="fr-FR" dirty="0">
              <a:latin typeface="Arial"/>
              <a:cs typeface="Arial"/>
            </a:endParaRPr>
          </a:p>
        </p:txBody>
      </p:sp>
    </p:spTree>
    <p:extLst>
      <p:ext uri="{BB962C8B-B14F-4D97-AF65-F5344CB8AC3E}">
        <p14:creationId xmlns:p14="http://schemas.microsoft.com/office/powerpoint/2010/main" val="223631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833F0-0A12-BA9A-4325-CFEBBD3F124F}"/>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5AB64D37-E31E-C4F8-2EB3-15F6DCEDA401}"/>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DD474E75-8169-C8BC-7D58-606F9D8BB082}"/>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7.A6 Monitoring (démo)</a:t>
            </a:r>
            <a:endParaRPr lang="fr-FR" sz="3600"/>
          </a:p>
        </p:txBody>
      </p:sp>
      <p:sp>
        <p:nvSpPr>
          <p:cNvPr id="5" name="Espace réservé du numéro de diapositive 4">
            <a:extLst>
              <a:ext uri="{FF2B5EF4-FFF2-40B4-BE49-F238E27FC236}">
                <a16:creationId xmlns:a16="http://schemas.microsoft.com/office/drawing/2014/main" id="{9E72D0C7-525E-AF2C-BC4E-94B94EE6A83A}"/>
              </a:ext>
            </a:extLst>
          </p:cNvPr>
          <p:cNvSpPr>
            <a:spLocks noGrp="1"/>
          </p:cNvSpPr>
          <p:nvPr>
            <p:ph type="sldNum" sz="quarter" idx="12"/>
          </p:nvPr>
        </p:nvSpPr>
        <p:spPr/>
        <p:txBody>
          <a:bodyPr/>
          <a:lstStyle/>
          <a:p>
            <a:pPr rtl="0"/>
            <a:fld id="{AEAA3239-9EA4-4A65-A281-97F994456D9F}" type="slidenum">
              <a:rPr lang="en-US" smtClean="0"/>
              <a:t>21</a:t>
            </a:fld>
            <a:endParaRPr lang="en-US" dirty="0"/>
          </a:p>
        </p:txBody>
      </p:sp>
      <p:cxnSp>
        <p:nvCxnSpPr>
          <p:cNvPr id="10" name="Connecteur droit avec flèche 9">
            <a:extLst>
              <a:ext uri="{FF2B5EF4-FFF2-40B4-BE49-F238E27FC236}">
                <a16:creationId xmlns:a16="http://schemas.microsoft.com/office/drawing/2014/main" id="{6B795438-4A0E-7A63-746C-94FC7FD833E9}"/>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A785439F-28E3-A07C-CD21-0669669B5D45}"/>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6C5E6C69-DB9B-5A6A-B484-CCEC7F4720E8}"/>
              </a:ext>
            </a:extLst>
          </p:cNvPr>
          <p:cNvPicPr>
            <a:picLocks noChangeAspect="1"/>
          </p:cNvPicPr>
          <p:nvPr/>
        </p:nvPicPr>
        <p:blipFill>
          <a:blip r:embed="rId4"/>
          <a:stretch>
            <a:fillRect/>
          </a:stretch>
        </p:blipFill>
        <p:spPr>
          <a:xfrm>
            <a:off x="307416" y="6244979"/>
            <a:ext cx="930633" cy="485507"/>
          </a:xfrm>
          <a:prstGeom prst="rect">
            <a:avLst/>
          </a:prstGeom>
        </p:spPr>
      </p:pic>
      <p:pic>
        <p:nvPicPr>
          <p:cNvPr id="2" name="Image 1" descr="Une image contenant texte, Appareils électroniques, capture d’écran, logiciel&#10;&#10;Le contenu généré par l’IA peut être incorrect.">
            <a:extLst>
              <a:ext uri="{FF2B5EF4-FFF2-40B4-BE49-F238E27FC236}">
                <a16:creationId xmlns:a16="http://schemas.microsoft.com/office/drawing/2014/main" id="{6AE9BB10-0E4C-4646-2708-D758E9E0DEBC}"/>
              </a:ext>
            </a:extLst>
          </p:cNvPr>
          <p:cNvPicPr>
            <a:picLocks noChangeAspect="1"/>
          </p:cNvPicPr>
          <p:nvPr/>
        </p:nvPicPr>
        <p:blipFill>
          <a:blip r:embed="rId5"/>
          <a:stretch>
            <a:fillRect/>
          </a:stretch>
        </p:blipFill>
        <p:spPr>
          <a:xfrm>
            <a:off x="321972" y="1524210"/>
            <a:ext cx="11397803" cy="3798848"/>
          </a:xfrm>
          <a:prstGeom prst="rect">
            <a:avLst/>
          </a:prstGeom>
        </p:spPr>
      </p:pic>
    </p:spTree>
    <p:extLst>
      <p:ext uri="{BB962C8B-B14F-4D97-AF65-F5344CB8AC3E}">
        <p14:creationId xmlns:p14="http://schemas.microsoft.com/office/powerpoint/2010/main" val="4111397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5FBA-D673-225C-EECA-62C73B81D1BB}"/>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EACD775-113E-A030-0132-4423AC753D45}"/>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B1EA2C18-F319-5DDF-0602-83201BEA9CDB}"/>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7.A7 Monitoring (démo)</a:t>
            </a:r>
            <a:endParaRPr lang="fr-FR" sz="3600"/>
          </a:p>
        </p:txBody>
      </p:sp>
      <p:sp>
        <p:nvSpPr>
          <p:cNvPr id="5" name="Espace réservé du numéro de diapositive 4">
            <a:extLst>
              <a:ext uri="{FF2B5EF4-FFF2-40B4-BE49-F238E27FC236}">
                <a16:creationId xmlns:a16="http://schemas.microsoft.com/office/drawing/2014/main" id="{248DC4F1-99D0-4681-40C5-C4C7D64F0369}"/>
              </a:ext>
            </a:extLst>
          </p:cNvPr>
          <p:cNvSpPr>
            <a:spLocks noGrp="1"/>
          </p:cNvSpPr>
          <p:nvPr>
            <p:ph type="sldNum" sz="quarter" idx="12"/>
          </p:nvPr>
        </p:nvSpPr>
        <p:spPr/>
        <p:txBody>
          <a:bodyPr/>
          <a:lstStyle/>
          <a:p>
            <a:pPr rtl="0"/>
            <a:fld id="{AEAA3239-9EA4-4A65-A281-97F994456D9F}" type="slidenum">
              <a:rPr lang="en-US" smtClean="0"/>
              <a:t>22</a:t>
            </a:fld>
            <a:endParaRPr lang="en-US" dirty="0"/>
          </a:p>
        </p:txBody>
      </p:sp>
      <p:cxnSp>
        <p:nvCxnSpPr>
          <p:cNvPr id="10" name="Connecteur droit avec flèche 9">
            <a:extLst>
              <a:ext uri="{FF2B5EF4-FFF2-40B4-BE49-F238E27FC236}">
                <a16:creationId xmlns:a16="http://schemas.microsoft.com/office/drawing/2014/main" id="{9607A7BF-6713-7083-08EE-2FB41A048886}"/>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0970CE6A-D409-AEC4-0A4C-941FDFEC4EB9}"/>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315F9329-5D6C-8B54-CA58-79DB445C55B5}"/>
              </a:ext>
            </a:extLst>
          </p:cNvPr>
          <p:cNvPicPr>
            <a:picLocks noChangeAspect="1"/>
          </p:cNvPicPr>
          <p:nvPr/>
        </p:nvPicPr>
        <p:blipFill>
          <a:blip r:embed="rId4"/>
          <a:stretch>
            <a:fillRect/>
          </a:stretch>
        </p:blipFill>
        <p:spPr>
          <a:xfrm>
            <a:off x="307416" y="6244979"/>
            <a:ext cx="930633" cy="485507"/>
          </a:xfrm>
          <a:prstGeom prst="rect">
            <a:avLst/>
          </a:prstGeom>
        </p:spPr>
      </p:pic>
      <p:pic>
        <p:nvPicPr>
          <p:cNvPr id="7" name="Image 6" descr="Une image contenant texte, capture d’écran, logiciel, Logiciel multimédia&#10;&#10;Le contenu généré par l’IA peut être incorrect.">
            <a:extLst>
              <a:ext uri="{FF2B5EF4-FFF2-40B4-BE49-F238E27FC236}">
                <a16:creationId xmlns:a16="http://schemas.microsoft.com/office/drawing/2014/main" id="{9AB89291-9AEF-107B-1E0F-5DA6CE1E012B}"/>
              </a:ext>
            </a:extLst>
          </p:cNvPr>
          <p:cNvPicPr>
            <a:picLocks noChangeAspect="1"/>
          </p:cNvPicPr>
          <p:nvPr/>
        </p:nvPicPr>
        <p:blipFill>
          <a:blip r:embed="rId5"/>
          <a:stretch>
            <a:fillRect/>
          </a:stretch>
        </p:blipFill>
        <p:spPr>
          <a:xfrm>
            <a:off x="890788" y="1094049"/>
            <a:ext cx="10657268" cy="5163593"/>
          </a:xfrm>
          <a:prstGeom prst="rect">
            <a:avLst/>
          </a:prstGeom>
        </p:spPr>
      </p:pic>
    </p:spTree>
    <p:extLst>
      <p:ext uri="{BB962C8B-B14F-4D97-AF65-F5344CB8AC3E}">
        <p14:creationId xmlns:p14="http://schemas.microsoft.com/office/powerpoint/2010/main" val="621943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31EE-2A46-2226-B350-1B5C123C5617}"/>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C0C7FC5-6047-284E-C4D7-7A0672A98E70}"/>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3D833225-0E98-DE21-C49A-EF78A429A1C2}"/>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7.A8 Monitoring (démo)</a:t>
            </a:r>
            <a:endParaRPr lang="fr-FR" sz="3600"/>
          </a:p>
        </p:txBody>
      </p:sp>
      <p:sp>
        <p:nvSpPr>
          <p:cNvPr id="5" name="Espace réservé du numéro de diapositive 4">
            <a:extLst>
              <a:ext uri="{FF2B5EF4-FFF2-40B4-BE49-F238E27FC236}">
                <a16:creationId xmlns:a16="http://schemas.microsoft.com/office/drawing/2014/main" id="{A2EE4713-FBEB-637B-7A07-BD643CAA1C8D}"/>
              </a:ext>
            </a:extLst>
          </p:cNvPr>
          <p:cNvSpPr>
            <a:spLocks noGrp="1"/>
          </p:cNvSpPr>
          <p:nvPr>
            <p:ph type="sldNum" sz="quarter" idx="12"/>
          </p:nvPr>
        </p:nvSpPr>
        <p:spPr/>
        <p:txBody>
          <a:bodyPr/>
          <a:lstStyle/>
          <a:p>
            <a:pPr rtl="0"/>
            <a:fld id="{AEAA3239-9EA4-4A65-A281-97F994456D9F}" type="slidenum">
              <a:rPr lang="en-US" smtClean="0"/>
              <a:t>23</a:t>
            </a:fld>
            <a:endParaRPr lang="en-US" dirty="0"/>
          </a:p>
        </p:txBody>
      </p:sp>
      <p:cxnSp>
        <p:nvCxnSpPr>
          <p:cNvPr id="10" name="Connecteur droit avec flèche 9">
            <a:extLst>
              <a:ext uri="{FF2B5EF4-FFF2-40B4-BE49-F238E27FC236}">
                <a16:creationId xmlns:a16="http://schemas.microsoft.com/office/drawing/2014/main" id="{8C0983ED-D9EB-B5FF-FB0C-31150C096400}"/>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BD929F02-1519-8BE6-D17F-CAD9444AF606}"/>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6BBC9D5F-C93D-F012-D9BD-B80D65ED65BF}"/>
              </a:ext>
            </a:extLst>
          </p:cNvPr>
          <p:cNvPicPr>
            <a:picLocks noChangeAspect="1"/>
          </p:cNvPicPr>
          <p:nvPr/>
        </p:nvPicPr>
        <p:blipFill>
          <a:blip r:embed="rId4"/>
          <a:stretch>
            <a:fillRect/>
          </a:stretch>
        </p:blipFill>
        <p:spPr>
          <a:xfrm>
            <a:off x="307416" y="6244979"/>
            <a:ext cx="930633" cy="485507"/>
          </a:xfrm>
          <a:prstGeom prst="rect">
            <a:avLst/>
          </a:prstGeom>
        </p:spPr>
      </p:pic>
      <p:pic>
        <p:nvPicPr>
          <p:cNvPr id="2" name="Image 1" descr="Une image contenant texte, capture d’écran, logiciel, Logiciel multimédia&#10;&#10;Le contenu généré par l’IA peut être incorrect.">
            <a:extLst>
              <a:ext uri="{FF2B5EF4-FFF2-40B4-BE49-F238E27FC236}">
                <a16:creationId xmlns:a16="http://schemas.microsoft.com/office/drawing/2014/main" id="{A3706972-96D4-449B-34BB-E60C4147F5F8}"/>
              </a:ext>
            </a:extLst>
          </p:cNvPr>
          <p:cNvPicPr>
            <a:picLocks noChangeAspect="1"/>
          </p:cNvPicPr>
          <p:nvPr/>
        </p:nvPicPr>
        <p:blipFill>
          <a:blip r:embed="rId5"/>
          <a:stretch>
            <a:fillRect/>
          </a:stretch>
        </p:blipFill>
        <p:spPr>
          <a:xfrm>
            <a:off x="1330816" y="1039796"/>
            <a:ext cx="10324564" cy="5175505"/>
          </a:xfrm>
          <a:prstGeom prst="rect">
            <a:avLst/>
          </a:prstGeom>
        </p:spPr>
      </p:pic>
    </p:spTree>
    <p:extLst>
      <p:ext uri="{BB962C8B-B14F-4D97-AF65-F5344CB8AC3E}">
        <p14:creationId xmlns:p14="http://schemas.microsoft.com/office/powerpoint/2010/main" val="2637049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A814B-4AD0-B7EC-CBCF-C13B82A3CC32}"/>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FC9C0944-F90A-C148-D688-775FE67708F2}"/>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EF02AA7-FDAE-F5DB-17B7-EBAA6D5E3409}"/>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7.A9 Monitoring (démo)</a:t>
            </a:r>
            <a:endParaRPr lang="fr-FR" sz="3600"/>
          </a:p>
        </p:txBody>
      </p:sp>
      <p:sp>
        <p:nvSpPr>
          <p:cNvPr id="5" name="Espace réservé du numéro de diapositive 4">
            <a:extLst>
              <a:ext uri="{FF2B5EF4-FFF2-40B4-BE49-F238E27FC236}">
                <a16:creationId xmlns:a16="http://schemas.microsoft.com/office/drawing/2014/main" id="{27C656CF-9F7F-E1C1-14CA-86DA473C8F6A}"/>
              </a:ext>
            </a:extLst>
          </p:cNvPr>
          <p:cNvSpPr>
            <a:spLocks noGrp="1"/>
          </p:cNvSpPr>
          <p:nvPr>
            <p:ph type="sldNum" sz="quarter" idx="12"/>
          </p:nvPr>
        </p:nvSpPr>
        <p:spPr/>
        <p:txBody>
          <a:bodyPr/>
          <a:lstStyle/>
          <a:p>
            <a:pPr rtl="0"/>
            <a:fld id="{AEAA3239-9EA4-4A65-A281-97F994456D9F}" type="slidenum">
              <a:rPr lang="en-US" smtClean="0"/>
              <a:t>24</a:t>
            </a:fld>
            <a:endParaRPr lang="en-US" dirty="0"/>
          </a:p>
        </p:txBody>
      </p:sp>
      <p:cxnSp>
        <p:nvCxnSpPr>
          <p:cNvPr id="10" name="Connecteur droit avec flèche 9">
            <a:extLst>
              <a:ext uri="{FF2B5EF4-FFF2-40B4-BE49-F238E27FC236}">
                <a16:creationId xmlns:a16="http://schemas.microsoft.com/office/drawing/2014/main" id="{F5F4F492-5E5D-5C37-6DD3-9B431E67E289}"/>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F58FA9AD-70EE-E13C-57B3-617BCE5C45A5}"/>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444F700E-D656-67AC-A7A4-C530F890BBBE}"/>
              </a:ext>
            </a:extLst>
          </p:cNvPr>
          <p:cNvPicPr>
            <a:picLocks noChangeAspect="1"/>
          </p:cNvPicPr>
          <p:nvPr/>
        </p:nvPicPr>
        <p:blipFill>
          <a:blip r:embed="rId4"/>
          <a:stretch>
            <a:fillRect/>
          </a:stretch>
        </p:blipFill>
        <p:spPr>
          <a:xfrm>
            <a:off x="307416" y="6244979"/>
            <a:ext cx="930633" cy="485507"/>
          </a:xfrm>
          <a:prstGeom prst="rect">
            <a:avLst/>
          </a:prstGeom>
        </p:spPr>
      </p:pic>
      <p:pic>
        <p:nvPicPr>
          <p:cNvPr id="7" name="Image 6" descr="Une image contenant texte, capture d’écran, affichage, logiciel&#10;&#10;Le contenu généré par l’IA peut être incorrect.">
            <a:extLst>
              <a:ext uri="{FF2B5EF4-FFF2-40B4-BE49-F238E27FC236}">
                <a16:creationId xmlns:a16="http://schemas.microsoft.com/office/drawing/2014/main" id="{60944C17-C3A3-A73D-1BE3-DE6F01E2D59A}"/>
              </a:ext>
            </a:extLst>
          </p:cNvPr>
          <p:cNvPicPr>
            <a:picLocks noChangeAspect="1"/>
          </p:cNvPicPr>
          <p:nvPr/>
        </p:nvPicPr>
        <p:blipFill>
          <a:blip r:embed="rId5"/>
          <a:stretch>
            <a:fillRect/>
          </a:stretch>
        </p:blipFill>
        <p:spPr>
          <a:xfrm>
            <a:off x="611746" y="999052"/>
            <a:ext cx="10979240" cy="5203334"/>
          </a:xfrm>
          <a:prstGeom prst="rect">
            <a:avLst/>
          </a:prstGeom>
        </p:spPr>
      </p:pic>
    </p:spTree>
    <p:extLst>
      <p:ext uri="{BB962C8B-B14F-4D97-AF65-F5344CB8AC3E}">
        <p14:creationId xmlns:p14="http://schemas.microsoft.com/office/powerpoint/2010/main" val="2427677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D3F0E-BE51-96F5-7E17-E06F5F8B127B}"/>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954BB9B6-E7BD-ABBF-79F3-AD149660C692}"/>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7826" y="0"/>
            <a:ext cx="12192000" cy="6858000"/>
          </a:xfrm>
          <a:prstGeom prst="rect">
            <a:avLst/>
          </a:prstGeom>
        </p:spPr>
      </p:pic>
      <p:sp>
        <p:nvSpPr>
          <p:cNvPr id="4" name="Espace réservé du contenu 3">
            <a:extLst>
              <a:ext uri="{FF2B5EF4-FFF2-40B4-BE49-F238E27FC236}">
                <a16:creationId xmlns:a16="http://schemas.microsoft.com/office/drawing/2014/main" id="{DF2C7684-C8A4-18FA-D275-2A3A7A56B26C}"/>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7.A10 Visualisation (démo)</a:t>
            </a:r>
            <a:endParaRPr lang="fr-FR" sz="3600"/>
          </a:p>
        </p:txBody>
      </p:sp>
      <p:sp>
        <p:nvSpPr>
          <p:cNvPr id="5" name="Espace réservé du numéro de diapositive 4">
            <a:extLst>
              <a:ext uri="{FF2B5EF4-FFF2-40B4-BE49-F238E27FC236}">
                <a16:creationId xmlns:a16="http://schemas.microsoft.com/office/drawing/2014/main" id="{9FAABCDB-D13D-E4AE-30E8-DFE36EEEFCFC}"/>
              </a:ext>
            </a:extLst>
          </p:cNvPr>
          <p:cNvSpPr>
            <a:spLocks noGrp="1"/>
          </p:cNvSpPr>
          <p:nvPr>
            <p:ph type="sldNum" sz="quarter" idx="12"/>
          </p:nvPr>
        </p:nvSpPr>
        <p:spPr/>
        <p:txBody>
          <a:bodyPr/>
          <a:lstStyle/>
          <a:p>
            <a:pPr rtl="0"/>
            <a:fld id="{AEAA3239-9EA4-4A65-A281-97F994456D9F}" type="slidenum">
              <a:rPr lang="en-US" smtClean="0"/>
              <a:t>25</a:t>
            </a:fld>
            <a:endParaRPr lang="en-US" dirty="0"/>
          </a:p>
        </p:txBody>
      </p:sp>
      <p:cxnSp>
        <p:nvCxnSpPr>
          <p:cNvPr id="10" name="Connecteur droit avec flèche 9">
            <a:extLst>
              <a:ext uri="{FF2B5EF4-FFF2-40B4-BE49-F238E27FC236}">
                <a16:creationId xmlns:a16="http://schemas.microsoft.com/office/drawing/2014/main" id="{0717E74D-6653-C4F0-0513-15A9A1DD6049}"/>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FAE712AC-6DC4-2412-1339-056E15C28EF7}"/>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1DC11E9C-0E59-9E82-7878-149DAEF3F74E}"/>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8E245AE5-7353-4B45-9F85-D1D41B0C6DBF}"/>
              </a:ext>
            </a:extLst>
          </p:cNvPr>
          <p:cNvSpPr>
            <a:spLocks noGrp="1"/>
          </p:cNvSpPr>
          <p:nvPr/>
        </p:nvSpPr>
        <p:spPr>
          <a:xfrm>
            <a:off x="312313" y="999231"/>
            <a:ext cx="11234669" cy="56714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endParaRPr lang="fr-FR" sz="1500" dirty="0">
              <a:latin typeface="Arial"/>
              <a:cs typeface="Arial"/>
            </a:endParaRPr>
          </a:p>
          <a:p>
            <a:pPr marL="0" indent="0">
              <a:buNone/>
            </a:pPr>
            <a:endParaRPr lang="fr-FR" b="1" dirty="0">
              <a:latin typeface="Arial"/>
              <a:cs typeface="Arial"/>
            </a:endParaRPr>
          </a:p>
          <a:p>
            <a:pPr marL="0" indent="0">
              <a:buNone/>
            </a:pPr>
            <a:endParaRPr lang="fr-FR" b="1" dirty="0">
              <a:latin typeface="Arial"/>
              <a:cs typeface="Arial"/>
            </a:endParaRPr>
          </a:p>
          <a:p>
            <a:pPr marL="0" indent="0">
              <a:buNone/>
            </a:pPr>
            <a:endParaRPr lang="fr-FR" dirty="0">
              <a:latin typeface="Avenir Next LT Pro"/>
              <a:cs typeface="Arial"/>
            </a:endParaRPr>
          </a:p>
        </p:txBody>
      </p:sp>
      <p:sp>
        <p:nvSpPr>
          <p:cNvPr id="7" name="Espace réservé du contenu 2">
            <a:extLst>
              <a:ext uri="{FF2B5EF4-FFF2-40B4-BE49-F238E27FC236}">
                <a16:creationId xmlns:a16="http://schemas.microsoft.com/office/drawing/2014/main" id="{34B4DE61-DBD8-7F13-BE23-48056B826717}"/>
              </a:ext>
            </a:extLst>
          </p:cNvPr>
          <p:cNvSpPr>
            <a:spLocks noGrp="1"/>
          </p:cNvSpPr>
          <p:nvPr/>
        </p:nvSpPr>
        <p:spPr>
          <a:xfrm>
            <a:off x="473300" y="2576892"/>
            <a:ext cx="10569261" cy="366446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2000" dirty="0">
              <a:solidFill>
                <a:srgbClr val="000000"/>
              </a:solidFill>
              <a:latin typeface="Arial"/>
              <a:cs typeface="Arial"/>
            </a:endParaRPr>
          </a:p>
        </p:txBody>
      </p:sp>
      <p:pic>
        <p:nvPicPr>
          <p:cNvPr id="13" name="Image 12">
            <a:extLst>
              <a:ext uri="{FF2B5EF4-FFF2-40B4-BE49-F238E27FC236}">
                <a16:creationId xmlns:a16="http://schemas.microsoft.com/office/drawing/2014/main" id="{42769727-852A-4AA2-B12F-AC1B37968DC9}"/>
              </a:ext>
            </a:extLst>
          </p:cNvPr>
          <p:cNvPicPr>
            <a:picLocks noChangeAspect="1"/>
          </p:cNvPicPr>
          <p:nvPr/>
        </p:nvPicPr>
        <p:blipFill>
          <a:blip r:embed="rId5"/>
          <a:stretch>
            <a:fillRect/>
          </a:stretch>
        </p:blipFill>
        <p:spPr>
          <a:xfrm>
            <a:off x="516389" y="925979"/>
            <a:ext cx="11234670" cy="5077565"/>
          </a:xfrm>
          <a:prstGeom prst="rect">
            <a:avLst/>
          </a:prstGeom>
        </p:spPr>
      </p:pic>
    </p:spTree>
    <p:extLst>
      <p:ext uri="{BB962C8B-B14F-4D97-AF65-F5344CB8AC3E}">
        <p14:creationId xmlns:p14="http://schemas.microsoft.com/office/powerpoint/2010/main" val="824205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6E70-DECF-0112-BC66-DD4D8FE467C4}"/>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5342915-3B47-055A-F4C8-3B9A3B79CC0A}"/>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7826" y="0"/>
            <a:ext cx="12192000" cy="6858000"/>
          </a:xfrm>
          <a:prstGeom prst="rect">
            <a:avLst/>
          </a:prstGeom>
        </p:spPr>
      </p:pic>
      <p:sp>
        <p:nvSpPr>
          <p:cNvPr id="4" name="Espace réservé du contenu 3">
            <a:extLst>
              <a:ext uri="{FF2B5EF4-FFF2-40B4-BE49-F238E27FC236}">
                <a16:creationId xmlns:a16="http://schemas.microsoft.com/office/drawing/2014/main" id="{FF1DD40C-5DB3-9728-8519-DE62CFACCF45}"/>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7.A11 Visualisation (démo)</a:t>
            </a:r>
            <a:endParaRPr lang="fr-FR" sz="3600"/>
          </a:p>
        </p:txBody>
      </p:sp>
      <p:sp>
        <p:nvSpPr>
          <p:cNvPr id="5" name="Espace réservé du numéro de diapositive 4">
            <a:extLst>
              <a:ext uri="{FF2B5EF4-FFF2-40B4-BE49-F238E27FC236}">
                <a16:creationId xmlns:a16="http://schemas.microsoft.com/office/drawing/2014/main" id="{4B3BDBE7-DBB9-A5BF-53F8-FF0A38F48228}"/>
              </a:ext>
            </a:extLst>
          </p:cNvPr>
          <p:cNvSpPr>
            <a:spLocks noGrp="1"/>
          </p:cNvSpPr>
          <p:nvPr>
            <p:ph type="sldNum" sz="quarter" idx="12"/>
          </p:nvPr>
        </p:nvSpPr>
        <p:spPr/>
        <p:txBody>
          <a:bodyPr/>
          <a:lstStyle/>
          <a:p>
            <a:pPr rtl="0"/>
            <a:fld id="{AEAA3239-9EA4-4A65-A281-97F994456D9F}" type="slidenum">
              <a:rPr lang="en-US" smtClean="0"/>
              <a:t>26</a:t>
            </a:fld>
            <a:endParaRPr lang="en-US" dirty="0"/>
          </a:p>
        </p:txBody>
      </p:sp>
      <p:cxnSp>
        <p:nvCxnSpPr>
          <p:cNvPr id="10" name="Connecteur droit avec flèche 9">
            <a:extLst>
              <a:ext uri="{FF2B5EF4-FFF2-40B4-BE49-F238E27FC236}">
                <a16:creationId xmlns:a16="http://schemas.microsoft.com/office/drawing/2014/main" id="{920BA64D-3ADF-5A15-181B-28004B7CC3E4}"/>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0228C323-A72B-1938-CC71-44FE5AC8F2D7}"/>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EBB0AD59-C67E-077D-F83E-610DBB607AC2}"/>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1A6D90F4-F526-782B-E683-328D7DD2CF13}"/>
              </a:ext>
            </a:extLst>
          </p:cNvPr>
          <p:cNvSpPr>
            <a:spLocks noGrp="1"/>
          </p:cNvSpPr>
          <p:nvPr/>
        </p:nvSpPr>
        <p:spPr>
          <a:xfrm>
            <a:off x="312313" y="999231"/>
            <a:ext cx="11234669" cy="56714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endParaRPr lang="fr-FR" sz="1500" dirty="0">
              <a:latin typeface="Arial"/>
              <a:cs typeface="Arial"/>
            </a:endParaRPr>
          </a:p>
          <a:p>
            <a:pPr marL="0" indent="0">
              <a:buNone/>
            </a:pPr>
            <a:endParaRPr lang="fr-FR" b="1" dirty="0">
              <a:latin typeface="Arial"/>
              <a:cs typeface="Arial"/>
            </a:endParaRPr>
          </a:p>
          <a:p>
            <a:pPr marL="0" indent="0">
              <a:buNone/>
            </a:pPr>
            <a:endParaRPr lang="fr-FR" b="1" dirty="0">
              <a:latin typeface="Arial"/>
              <a:cs typeface="Arial"/>
            </a:endParaRPr>
          </a:p>
          <a:p>
            <a:pPr marL="0" indent="0">
              <a:buNone/>
            </a:pPr>
            <a:endParaRPr lang="fr-FR" dirty="0">
              <a:latin typeface="Avenir Next LT Pro"/>
              <a:cs typeface="Arial"/>
            </a:endParaRPr>
          </a:p>
        </p:txBody>
      </p:sp>
      <p:sp>
        <p:nvSpPr>
          <p:cNvPr id="7" name="Espace réservé du contenu 2">
            <a:extLst>
              <a:ext uri="{FF2B5EF4-FFF2-40B4-BE49-F238E27FC236}">
                <a16:creationId xmlns:a16="http://schemas.microsoft.com/office/drawing/2014/main" id="{3A179D5E-F8BC-E878-DA7D-EAC563488EA4}"/>
              </a:ext>
            </a:extLst>
          </p:cNvPr>
          <p:cNvSpPr>
            <a:spLocks noGrp="1"/>
          </p:cNvSpPr>
          <p:nvPr/>
        </p:nvSpPr>
        <p:spPr>
          <a:xfrm>
            <a:off x="473300" y="2576892"/>
            <a:ext cx="10569261" cy="366446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2000" dirty="0">
              <a:solidFill>
                <a:srgbClr val="000000"/>
              </a:solidFill>
              <a:latin typeface="Arial"/>
              <a:cs typeface="Arial"/>
            </a:endParaRPr>
          </a:p>
        </p:txBody>
      </p:sp>
      <p:pic>
        <p:nvPicPr>
          <p:cNvPr id="12" name="Image 11">
            <a:extLst>
              <a:ext uri="{FF2B5EF4-FFF2-40B4-BE49-F238E27FC236}">
                <a16:creationId xmlns:a16="http://schemas.microsoft.com/office/drawing/2014/main" id="{62862493-B5FE-1879-0A29-31494A643768}"/>
              </a:ext>
            </a:extLst>
          </p:cNvPr>
          <p:cNvPicPr>
            <a:picLocks noChangeAspect="1"/>
          </p:cNvPicPr>
          <p:nvPr/>
        </p:nvPicPr>
        <p:blipFill>
          <a:blip r:embed="rId5"/>
          <a:stretch>
            <a:fillRect/>
          </a:stretch>
        </p:blipFill>
        <p:spPr>
          <a:xfrm>
            <a:off x="461838" y="939393"/>
            <a:ext cx="11283975" cy="4866257"/>
          </a:xfrm>
          <a:prstGeom prst="rect">
            <a:avLst/>
          </a:prstGeom>
        </p:spPr>
      </p:pic>
    </p:spTree>
    <p:extLst>
      <p:ext uri="{BB962C8B-B14F-4D97-AF65-F5344CB8AC3E}">
        <p14:creationId xmlns:p14="http://schemas.microsoft.com/office/powerpoint/2010/main" val="913957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DB938-3D3F-E052-E1B5-4AB9E8D4AEA4}"/>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A4B9CEA-DCF5-F2D7-02E8-0C790B7F0BFB}"/>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7826" y="0"/>
            <a:ext cx="12192000" cy="6858000"/>
          </a:xfrm>
          <a:prstGeom prst="rect">
            <a:avLst/>
          </a:prstGeom>
        </p:spPr>
      </p:pic>
      <p:sp>
        <p:nvSpPr>
          <p:cNvPr id="4" name="Espace réservé du contenu 3">
            <a:extLst>
              <a:ext uri="{FF2B5EF4-FFF2-40B4-BE49-F238E27FC236}">
                <a16:creationId xmlns:a16="http://schemas.microsoft.com/office/drawing/2014/main" id="{888F8D01-C095-ED5B-8FDC-39059AC7A74A}"/>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7.A12 Visualisation (démo)</a:t>
            </a:r>
            <a:endParaRPr lang="fr-FR" sz="3600"/>
          </a:p>
        </p:txBody>
      </p:sp>
      <p:sp>
        <p:nvSpPr>
          <p:cNvPr id="5" name="Espace réservé du numéro de diapositive 4">
            <a:extLst>
              <a:ext uri="{FF2B5EF4-FFF2-40B4-BE49-F238E27FC236}">
                <a16:creationId xmlns:a16="http://schemas.microsoft.com/office/drawing/2014/main" id="{40948A81-7709-FED2-46B2-2EF752325861}"/>
              </a:ext>
            </a:extLst>
          </p:cNvPr>
          <p:cNvSpPr>
            <a:spLocks noGrp="1"/>
          </p:cNvSpPr>
          <p:nvPr>
            <p:ph type="sldNum" sz="quarter" idx="12"/>
          </p:nvPr>
        </p:nvSpPr>
        <p:spPr/>
        <p:txBody>
          <a:bodyPr/>
          <a:lstStyle/>
          <a:p>
            <a:pPr rtl="0"/>
            <a:fld id="{AEAA3239-9EA4-4A65-A281-97F994456D9F}" type="slidenum">
              <a:rPr lang="en-US" smtClean="0"/>
              <a:t>27</a:t>
            </a:fld>
            <a:endParaRPr lang="en-US" dirty="0"/>
          </a:p>
        </p:txBody>
      </p:sp>
      <p:cxnSp>
        <p:nvCxnSpPr>
          <p:cNvPr id="10" name="Connecteur droit avec flèche 9">
            <a:extLst>
              <a:ext uri="{FF2B5EF4-FFF2-40B4-BE49-F238E27FC236}">
                <a16:creationId xmlns:a16="http://schemas.microsoft.com/office/drawing/2014/main" id="{5BF2279A-43C0-25EF-AE40-C81FFE85B03B}"/>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C705E09F-135D-4B50-004B-86AE910AE833}"/>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5E4CFCA4-6B51-B604-F6DC-A603A33BA202}"/>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9CFA544F-D610-66D4-D1F5-A896A1BBF6C2}"/>
              </a:ext>
            </a:extLst>
          </p:cNvPr>
          <p:cNvSpPr>
            <a:spLocks noGrp="1"/>
          </p:cNvSpPr>
          <p:nvPr/>
        </p:nvSpPr>
        <p:spPr>
          <a:xfrm>
            <a:off x="312313" y="999231"/>
            <a:ext cx="11234669" cy="56714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endParaRPr lang="fr-FR" sz="1500" dirty="0">
              <a:latin typeface="Arial"/>
              <a:cs typeface="Arial"/>
            </a:endParaRPr>
          </a:p>
          <a:p>
            <a:pPr marL="0" indent="0">
              <a:buNone/>
            </a:pPr>
            <a:endParaRPr lang="fr-FR" b="1" dirty="0">
              <a:latin typeface="Arial"/>
              <a:cs typeface="Arial"/>
            </a:endParaRPr>
          </a:p>
          <a:p>
            <a:pPr marL="0" indent="0">
              <a:buNone/>
            </a:pPr>
            <a:endParaRPr lang="fr-FR" b="1" dirty="0">
              <a:latin typeface="Arial"/>
              <a:cs typeface="Arial"/>
            </a:endParaRPr>
          </a:p>
          <a:p>
            <a:pPr marL="0" indent="0">
              <a:buNone/>
            </a:pPr>
            <a:endParaRPr lang="fr-FR" dirty="0">
              <a:latin typeface="Avenir Next LT Pro"/>
              <a:cs typeface="Arial"/>
            </a:endParaRPr>
          </a:p>
        </p:txBody>
      </p:sp>
      <p:sp>
        <p:nvSpPr>
          <p:cNvPr id="7" name="Espace réservé du contenu 2">
            <a:extLst>
              <a:ext uri="{FF2B5EF4-FFF2-40B4-BE49-F238E27FC236}">
                <a16:creationId xmlns:a16="http://schemas.microsoft.com/office/drawing/2014/main" id="{6D20599E-6CBF-96E3-CD2F-FFF837D38040}"/>
              </a:ext>
            </a:extLst>
          </p:cNvPr>
          <p:cNvSpPr>
            <a:spLocks noGrp="1"/>
          </p:cNvSpPr>
          <p:nvPr/>
        </p:nvSpPr>
        <p:spPr>
          <a:xfrm>
            <a:off x="473300" y="2576892"/>
            <a:ext cx="10569261" cy="366446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2000" dirty="0">
              <a:solidFill>
                <a:srgbClr val="000000"/>
              </a:solidFill>
              <a:latin typeface="Arial"/>
              <a:cs typeface="Arial"/>
            </a:endParaRPr>
          </a:p>
        </p:txBody>
      </p:sp>
      <p:pic>
        <p:nvPicPr>
          <p:cNvPr id="9" name="Image 8">
            <a:extLst>
              <a:ext uri="{FF2B5EF4-FFF2-40B4-BE49-F238E27FC236}">
                <a16:creationId xmlns:a16="http://schemas.microsoft.com/office/drawing/2014/main" id="{5C381979-69E5-24D8-26CC-3B82D22CEAA5}"/>
              </a:ext>
            </a:extLst>
          </p:cNvPr>
          <p:cNvPicPr>
            <a:picLocks noChangeAspect="1"/>
          </p:cNvPicPr>
          <p:nvPr/>
        </p:nvPicPr>
        <p:blipFill>
          <a:blip r:embed="rId5"/>
          <a:stretch>
            <a:fillRect/>
          </a:stretch>
        </p:blipFill>
        <p:spPr>
          <a:xfrm>
            <a:off x="528441" y="946569"/>
            <a:ext cx="11015858" cy="4930174"/>
          </a:xfrm>
          <a:prstGeom prst="rect">
            <a:avLst/>
          </a:prstGeom>
        </p:spPr>
      </p:pic>
    </p:spTree>
    <p:extLst>
      <p:ext uri="{BB962C8B-B14F-4D97-AF65-F5344CB8AC3E}">
        <p14:creationId xmlns:p14="http://schemas.microsoft.com/office/powerpoint/2010/main" val="335254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D97AC-B4B5-441C-2D0C-C06C03593F2E}"/>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F5192691-FD21-5713-9E2E-48BEE2E874DD}"/>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tretch>
            <a:fillRect/>
          </a:stretch>
        </p:blipFill>
        <p:spPr>
          <a:xfrm>
            <a:off x="7826" y="0"/>
            <a:ext cx="12192000" cy="6858000"/>
          </a:xfrm>
          <a:prstGeom prst="rect">
            <a:avLst/>
          </a:prstGeom>
        </p:spPr>
      </p:pic>
      <p:sp>
        <p:nvSpPr>
          <p:cNvPr id="4" name="Espace réservé du contenu 3">
            <a:extLst>
              <a:ext uri="{FF2B5EF4-FFF2-40B4-BE49-F238E27FC236}">
                <a16:creationId xmlns:a16="http://schemas.microsoft.com/office/drawing/2014/main" id="{F4E0A081-5F39-13C1-BB6F-1639335C8ABD}"/>
              </a:ext>
            </a:extLst>
          </p:cNvPr>
          <p:cNvSpPr>
            <a:spLocks noGrp="1"/>
          </p:cNvSpPr>
          <p:nvPr>
            <p:ph sz="quarter" idx="16"/>
          </p:nvPr>
        </p:nvSpPr>
        <p:spPr>
          <a:xfrm>
            <a:off x="324252" y="204720"/>
            <a:ext cx="11328847" cy="834042"/>
          </a:xfrm>
        </p:spPr>
        <p:txBody>
          <a:bodyPr vert="horz" lIns="91440" tIns="45720" rIns="91440" bIns="45720" rtlCol="0" anchor="t">
            <a:noAutofit/>
          </a:bodyPr>
          <a:lstStyle/>
          <a:p>
            <a:pPr marL="0" indent="0" fontAlgn="b">
              <a:buNone/>
            </a:pPr>
            <a:r>
              <a:rPr lang="fr-FR" sz="3600">
                <a:solidFill>
                  <a:srgbClr val="000000"/>
                </a:solidFill>
                <a:latin typeface="Arial"/>
                <a:cs typeface="Arial"/>
              </a:rPr>
              <a:t>7.A13 Visualisation (démo)</a:t>
            </a:r>
            <a:endParaRPr lang="fr-FR" sz="3600"/>
          </a:p>
        </p:txBody>
      </p:sp>
      <p:sp>
        <p:nvSpPr>
          <p:cNvPr id="5" name="Espace réservé du numéro de diapositive 4">
            <a:extLst>
              <a:ext uri="{FF2B5EF4-FFF2-40B4-BE49-F238E27FC236}">
                <a16:creationId xmlns:a16="http://schemas.microsoft.com/office/drawing/2014/main" id="{2FBD3B00-4341-88F8-F07E-638058251538}"/>
              </a:ext>
            </a:extLst>
          </p:cNvPr>
          <p:cNvSpPr>
            <a:spLocks noGrp="1"/>
          </p:cNvSpPr>
          <p:nvPr>
            <p:ph type="sldNum" sz="quarter" idx="12"/>
          </p:nvPr>
        </p:nvSpPr>
        <p:spPr/>
        <p:txBody>
          <a:bodyPr/>
          <a:lstStyle/>
          <a:p>
            <a:pPr rtl="0"/>
            <a:fld id="{AEAA3239-9EA4-4A65-A281-97F994456D9F}" type="slidenum">
              <a:rPr lang="en-US" smtClean="0"/>
              <a:t>28</a:t>
            </a:fld>
            <a:endParaRPr lang="en-US" dirty="0"/>
          </a:p>
        </p:txBody>
      </p:sp>
      <p:cxnSp>
        <p:nvCxnSpPr>
          <p:cNvPr id="10" name="Connecteur droit avec flèche 9">
            <a:extLst>
              <a:ext uri="{FF2B5EF4-FFF2-40B4-BE49-F238E27FC236}">
                <a16:creationId xmlns:a16="http://schemas.microsoft.com/office/drawing/2014/main" id="{C4CF734D-0B1A-4E46-DA20-DEDF65A8F917}"/>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 name="Espace réservé du pied de page 1">
            <a:extLst>
              <a:ext uri="{FF2B5EF4-FFF2-40B4-BE49-F238E27FC236}">
                <a16:creationId xmlns:a16="http://schemas.microsoft.com/office/drawing/2014/main" id="{4FDB2819-E3CD-1FB6-C780-8534E2A6D557}"/>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11" name="Image 10" descr="Une image contenant Police, texte, logo, Graphique&#10;&#10;Le contenu généré par l’IA peut être incorrect.">
            <a:extLst>
              <a:ext uri="{FF2B5EF4-FFF2-40B4-BE49-F238E27FC236}">
                <a16:creationId xmlns:a16="http://schemas.microsoft.com/office/drawing/2014/main" id="{30BD8136-22DB-1DE5-AA0E-2859CBBE31FE}"/>
              </a:ext>
            </a:extLst>
          </p:cNvPr>
          <p:cNvPicPr>
            <a:picLocks noChangeAspect="1"/>
          </p:cNvPicPr>
          <p:nvPr/>
        </p:nvPicPr>
        <p:blipFill>
          <a:blip r:embed="rId4"/>
          <a:stretch>
            <a:fillRect/>
          </a:stretch>
        </p:blipFill>
        <p:spPr>
          <a:xfrm>
            <a:off x="307416" y="6244979"/>
            <a:ext cx="930633" cy="485507"/>
          </a:xfrm>
          <a:prstGeom prst="rect">
            <a:avLst/>
          </a:prstGeom>
        </p:spPr>
      </p:pic>
      <p:sp>
        <p:nvSpPr>
          <p:cNvPr id="2" name="Espace réservé du contenu 2">
            <a:extLst>
              <a:ext uri="{FF2B5EF4-FFF2-40B4-BE49-F238E27FC236}">
                <a16:creationId xmlns:a16="http://schemas.microsoft.com/office/drawing/2014/main" id="{0CEF6E4C-8F7B-D7E4-483B-33237BC9BC1B}"/>
              </a:ext>
            </a:extLst>
          </p:cNvPr>
          <p:cNvSpPr>
            <a:spLocks noGrp="1"/>
          </p:cNvSpPr>
          <p:nvPr/>
        </p:nvSpPr>
        <p:spPr>
          <a:xfrm>
            <a:off x="312313" y="999231"/>
            <a:ext cx="11234669" cy="56714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endParaRPr lang="fr-FR" sz="1500" dirty="0">
              <a:latin typeface="Arial"/>
              <a:cs typeface="Arial"/>
            </a:endParaRPr>
          </a:p>
          <a:p>
            <a:pPr marL="0" indent="0">
              <a:buNone/>
            </a:pPr>
            <a:endParaRPr lang="fr-FR" b="1" dirty="0">
              <a:latin typeface="Arial"/>
              <a:cs typeface="Arial"/>
            </a:endParaRPr>
          </a:p>
          <a:p>
            <a:pPr marL="0" indent="0">
              <a:buNone/>
            </a:pPr>
            <a:endParaRPr lang="fr-FR" b="1" dirty="0">
              <a:latin typeface="Arial"/>
              <a:cs typeface="Arial"/>
            </a:endParaRPr>
          </a:p>
          <a:p>
            <a:pPr marL="0" indent="0">
              <a:buNone/>
            </a:pPr>
            <a:endParaRPr lang="fr-FR" dirty="0">
              <a:latin typeface="Avenir Next LT Pro"/>
              <a:cs typeface="Arial"/>
            </a:endParaRPr>
          </a:p>
        </p:txBody>
      </p:sp>
      <p:sp>
        <p:nvSpPr>
          <p:cNvPr id="7" name="Espace réservé du contenu 2">
            <a:extLst>
              <a:ext uri="{FF2B5EF4-FFF2-40B4-BE49-F238E27FC236}">
                <a16:creationId xmlns:a16="http://schemas.microsoft.com/office/drawing/2014/main" id="{885B6514-964D-A51E-28D1-CBB83EDDFDC3}"/>
              </a:ext>
            </a:extLst>
          </p:cNvPr>
          <p:cNvSpPr>
            <a:spLocks noGrp="1"/>
          </p:cNvSpPr>
          <p:nvPr/>
        </p:nvSpPr>
        <p:spPr>
          <a:xfrm>
            <a:off x="473300" y="2576892"/>
            <a:ext cx="10569261" cy="366446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fr-FR" sz="2000" dirty="0">
              <a:solidFill>
                <a:srgbClr val="000000"/>
              </a:solidFill>
              <a:latin typeface="Arial"/>
              <a:cs typeface="Arial"/>
            </a:endParaRPr>
          </a:p>
        </p:txBody>
      </p:sp>
      <p:pic>
        <p:nvPicPr>
          <p:cNvPr id="16" name="Image 15">
            <a:extLst>
              <a:ext uri="{FF2B5EF4-FFF2-40B4-BE49-F238E27FC236}">
                <a16:creationId xmlns:a16="http://schemas.microsoft.com/office/drawing/2014/main" id="{3F3405DF-CED5-445F-08E9-30FFDA34F6DC}"/>
              </a:ext>
            </a:extLst>
          </p:cNvPr>
          <p:cNvPicPr>
            <a:picLocks noChangeAspect="1"/>
          </p:cNvPicPr>
          <p:nvPr/>
        </p:nvPicPr>
        <p:blipFill>
          <a:blip r:embed="rId5"/>
          <a:stretch>
            <a:fillRect/>
          </a:stretch>
        </p:blipFill>
        <p:spPr>
          <a:xfrm>
            <a:off x="428393" y="909235"/>
            <a:ext cx="11335214" cy="5039529"/>
          </a:xfrm>
          <a:prstGeom prst="rect">
            <a:avLst/>
          </a:prstGeom>
        </p:spPr>
      </p:pic>
    </p:spTree>
    <p:extLst>
      <p:ext uri="{BB962C8B-B14F-4D97-AF65-F5344CB8AC3E}">
        <p14:creationId xmlns:p14="http://schemas.microsoft.com/office/powerpoint/2010/main" val="3112091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79038-A0FA-4B78-4568-3613DE357AE5}"/>
            </a:ext>
          </a:extLst>
        </p:cNvPr>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D91C26B1-3750-6776-CC3D-C8548B7BE259}"/>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1143000" y="2369608"/>
            <a:ext cx="4545013" cy="3030008"/>
          </a:xfrm>
          <a:prstGeom prst="rect">
            <a:avLst/>
          </a:prstGeom>
        </p:spPr>
      </p:pic>
      <p:pic>
        <p:nvPicPr>
          <p:cNvPr id="18" name="Espace réservé du contenu 5">
            <a:extLst>
              <a:ext uri="{FF2B5EF4-FFF2-40B4-BE49-F238E27FC236}">
                <a16:creationId xmlns:a16="http://schemas.microsoft.com/office/drawing/2014/main" id="{51FF3AFB-4637-15E4-0D36-2FA3A4753E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9" name="Espace réservé du contenu 3">
            <a:extLst>
              <a:ext uri="{FF2B5EF4-FFF2-40B4-BE49-F238E27FC236}">
                <a16:creationId xmlns:a16="http://schemas.microsoft.com/office/drawing/2014/main" id="{DD0733D9-CD84-2097-A507-F9C2F8D71A06}"/>
              </a:ext>
            </a:extLst>
          </p:cNvPr>
          <p:cNvSpPr txBox="1">
            <a:spLocks/>
          </p:cNvSpPr>
          <p:nvPr/>
        </p:nvSpPr>
        <p:spPr>
          <a:xfrm>
            <a:off x="324252" y="204720"/>
            <a:ext cx="11328847" cy="834042"/>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3600">
                <a:solidFill>
                  <a:srgbClr val="000000"/>
                </a:solidFill>
                <a:latin typeface="Arial"/>
                <a:cs typeface="Arial"/>
              </a:rPr>
              <a:t>7.A14 Architecture technique du pipeline ETL</a:t>
            </a:r>
            <a:endParaRPr lang="fr-FR"/>
          </a:p>
          <a:p>
            <a:pPr marL="0" indent="0" fontAlgn="b">
              <a:buNone/>
            </a:pPr>
            <a:endParaRPr lang="fr-FR" sz="3600" dirty="0"/>
          </a:p>
        </p:txBody>
      </p:sp>
      <p:sp>
        <p:nvSpPr>
          <p:cNvPr id="20" name="Espace réservé du numéro de diapositive 4">
            <a:extLst>
              <a:ext uri="{FF2B5EF4-FFF2-40B4-BE49-F238E27FC236}">
                <a16:creationId xmlns:a16="http://schemas.microsoft.com/office/drawing/2014/main" id="{1425D109-4A54-F693-2F21-65269F0DB12E}"/>
              </a:ext>
            </a:extLst>
          </p:cNvPr>
          <p:cNvSpPr>
            <a:spLocks noGrp="1"/>
          </p:cNvSpPr>
          <p:nvPr>
            <p:ph type="sldNum" sz="quarter" idx="12"/>
          </p:nvPr>
        </p:nvSpPr>
        <p:spPr>
          <a:xfrm>
            <a:off x="11049000" y="6400800"/>
            <a:ext cx="990599" cy="457200"/>
          </a:xfrm>
        </p:spPr>
        <p:txBody>
          <a:bodyPr/>
          <a:lstStyle/>
          <a:p>
            <a:pPr rtl="0"/>
            <a:fld id="{AEAA3239-9EA4-4A65-A281-97F994456D9F}" type="slidenum">
              <a:rPr lang="en-US" smtClean="0"/>
              <a:t>29</a:t>
            </a:fld>
            <a:endParaRPr lang="en-US" dirty="0"/>
          </a:p>
        </p:txBody>
      </p:sp>
      <p:cxnSp>
        <p:nvCxnSpPr>
          <p:cNvPr id="21" name="Connecteur droit avec flèche 20">
            <a:extLst>
              <a:ext uri="{FF2B5EF4-FFF2-40B4-BE49-F238E27FC236}">
                <a16:creationId xmlns:a16="http://schemas.microsoft.com/office/drawing/2014/main" id="{167DE46D-4E85-A54A-75D2-E91FD52B82F3}"/>
              </a:ext>
            </a:extLst>
          </p:cNvPr>
          <p:cNvCxnSpPr/>
          <p:nvPr/>
        </p:nvCxnSpPr>
        <p:spPr>
          <a:xfrm>
            <a:off x="401662" y="932217"/>
            <a:ext cx="11447356" cy="1435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2" name="Espace réservé du pied de page 1">
            <a:extLst>
              <a:ext uri="{FF2B5EF4-FFF2-40B4-BE49-F238E27FC236}">
                <a16:creationId xmlns:a16="http://schemas.microsoft.com/office/drawing/2014/main" id="{6E3AEB07-F0B0-E26D-64D5-1C6D501523BF}"/>
              </a:ext>
            </a:extLst>
          </p:cNvPr>
          <p:cNvSpPr>
            <a:spLocks noGrp="1"/>
          </p:cNvSpPr>
          <p:nvPr>
            <p:ph type="ftr" sz="quarter" idx="11"/>
          </p:nvPr>
        </p:nvSpPr>
        <p:spPr>
          <a:xfrm>
            <a:off x="1332963" y="6261279"/>
            <a:ext cx="3711262" cy="457200"/>
          </a:xfrm>
        </p:spPr>
        <p:txBody>
          <a:bodyPr/>
          <a:lstStyle/>
          <a:p>
            <a:r>
              <a:rPr lang="it-IT" sz="1400" b="0">
                <a:latin typeface="Arial"/>
                <a:cs typeface="Arial"/>
              </a:rPr>
              <a:t>Cursus Data Engineer 06/2025-05/2026</a:t>
            </a:r>
            <a:endParaRPr lang="fr" sz="1400" b="0">
              <a:latin typeface="Arial"/>
              <a:cs typeface="Arial"/>
            </a:endParaRPr>
          </a:p>
        </p:txBody>
      </p:sp>
      <p:pic>
        <p:nvPicPr>
          <p:cNvPr id="23" name="Image 22" descr="Une image contenant Police, texte, logo, Graphique&#10;&#10;Le contenu généré par l’IA peut être incorrect.">
            <a:extLst>
              <a:ext uri="{FF2B5EF4-FFF2-40B4-BE49-F238E27FC236}">
                <a16:creationId xmlns:a16="http://schemas.microsoft.com/office/drawing/2014/main" id="{B1DD316F-539E-4075-DDEA-A35925F2F63E}"/>
              </a:ext>
            </a:extLst>
          </p:cNvPr>
          <p:cNvPicPr>
            <a:picLocks noChangeAspect="1"/>
          </p:cNvPicPr>
          <p:nvPr/>
        </p:nvPicPr>
        <p:blipFill>
          <a:blip r:embed="rId5"/>
          <a:stretch>
            <a:fillRect/>
          </a:stretch>
        </p:blipFill>
        <p:spPr>
          <a:xfrm>
            <a:off x="307416" y="6244979"/>
            <a:ext cx="930633" cy="485507"/>
          </a:xfrm>
          <a:prstGeom prst="rect">
            <a:avLst/>
          </a:prstGeom>
        </p:spPr>
      </p:pic>
      <p:sp>
        <p:nvSpPr>
          <p:cNvPr id="2" name="ZoneTexte 1">
            <a:extLst>
              <a:ext uri="{FF2B5EF4-FFF2-40B4-BE49-F238E27FC236}">
                <a16:creationId xmlns:a16="http://schemas.microsoft.com/office/drawing/2014/main" id="{16732B0F-7719-4A66-3DE5-C64DAB296181}"/>
              </a:ext>
            </a:extLst>
          </p:cNvPr>
          <p:cNvSpPr txBox="1"/>
          <p:nvPr/>
        </p:nvSpPr>
        <p:spPr>
          <a:xfrm>
            <a:off x="404042" y="1006261"/>
            <a:ext cx="10907977" cy="564382"/>
          </a:xfrm>
          <a:prstGeom prst="rect">
            <a:avLst/>
          </a:prstGeom>
          <a:noFill/>
        </p:spPr>
        <p:txBody>
          <a:bodyPr wrap="square" lIns="91440" tIns="45720" rIns="91440" bIns="45720" rtlCol="0" anchor="t">
            <a:noAutofit/>
          </a:bodyPr>
          <a:lstStyle/>
          <a:p>
            <a:r>
              <a:rPr lang="fr-FR" sz="2400" b="1" dirty="0">
                <a:latin typeface="Arial"/>
                <a:cs typeface="Arial"/>
              </a:rPr>
              <a:t>Amélioration possible : Architecture orientée services / </a:t>
            </a:r>
            <a:r>
              <a:rPr lang="fr-FR" sz="2400" b="1" dirty="0" err="1">
                <a:latin typeface="Arial"/>
                <a:cs typeface="Arial"/>
              </a:rPr>
              <a:t>microservices</a:t>
            </a:r>
            <a:endParaRPr lang="fr-FR" sz="2400" b="1" dirty="0">
              <a:latin typeface="Arial"/>
              <a:cs typeface="Arial"/>
            </a:endParaRPr>
          </a:p>
        </p:txBody>
      </p:sp>
      <p:pic>
        <p:nvPicPr>
          <p:cNvPr id="10" name="Espace réservé du contenu 9">
            <a:extLst>
              <a:ext uri="{FF2B5EF4-FFF2-40B4-BE49-F238E27FC236}">
                <a16:creationId xmlns:a16="http://schemas.microsoft.com/office/drawing/2014/main" id="{7303A0FB-7443-AC76-BD26-370CFE6B1682}"/>
              </a:ext>
            </a:extLst>
          </p:cNvPr>
          <p:cNvPicPr>
            <a:picLocks noGrp="1" noChangeAspect="1"/>
          </p:cNvPicPr>
          <p:nvPr>
            <p:ph sz="quarter" idx="16"/>
          </p:nvPr>
        </p:nvPicPr>
        <p:blipFill>
          <a:blip r:embed="rId6"/>
          <a:stretch>
            <a:fillRect/>
          </a:stretch>
        </p:blipFill>
        <p:spPr>
          <a:xfrm>
            <a:off x="1968768" y="1580711"/>
            <a:ext cx="7386302" cy="4680568"/>
          </a:xfrm>
          <a:prstGeom prst="rect">
            <a:avLst/>
          </a:prstGeom>
        </p:spPr>
      </p:pic>
    </p:spTree>
    <p:extLst>
      <p:ext uri="{BB962C8B-B14F-4D97-AF65-F5344CB8AC3E}">
        <p14:creationId xmlns:p14="http://schemas.microsoft.com/office/powerpoint/2010/main" val="100099067"/>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3" id="{7862D38F-3918-4751-8FC9-94B33112EE2E}" vid="{93E1B6CF-9AF6-4335-9490-2BAB09E8861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2379</Words>
  <Application>Microsoft Office PowerPoint</Application>
  <PresentationFormat>Grand écran</PresentationFormat>
  <Paragraphs>214</Paragraphs>
  <Slides>29</Slides>
  <Notes>29</Notes>
  <HiddenSlides>0</HiddenSlides>
  <MMClips>0</MMClips>
  <ScaleCrop>false</ScaleCrop>
  <HeadingPairs>
    <vt:vector size="4" baseType="variant">
      <vt:variant>
        <vt:lpstr>Thème</vt:lpstr>
      </vt:variant>
      <vt:variant>
        <vt:i4>1</vt:i4>
      </vt:variant>
      <vt:variant>
        <vt:lpstr>Titres des diapositives</vt:lpstr>
      </vt:variant>
      <vt:variant>
        <vt:i4>29</vt:i4>
      </vt:variant>
    </vt:vector>
  </HeadingPairs>
  <TitlesOfParts>
    <vt:vector size="30" baseType="lpstr">
      <vt:lpstr>Quick study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Caroline NONY</dc:creator>
  <cp:lastModifiedBy>Caroline NONY</cp:lastModifiedBy>
  <cp:revision>1823</cp:revision>
  <dcterms:created xsi:type="dcterms:W3CDTF">2026-04-15T07:21:52Z</dcterms:created>
  <dcterms:modified xsi:type="dcterms:W3CDTF">2026-05-18T10:07:54Z</dcterms:modified>
</cp:coreProperties>
</file>